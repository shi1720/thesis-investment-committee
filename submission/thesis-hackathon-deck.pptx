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9874a3c80b4e65" /><Relationship Type="http://schemas.openxmlformats.org/officeDocument/2006/relationships/extended-properties" Target="/docProps/app.xml" Id="Ra75cce50b97f49d4" /><Relationship Type="http://schemas.openxmlformats.org/officeDocument/2006/relationships/officeDocument" Target="/ppt/presentation.xml" Id="Rd04bb480580e40cf" /></Relationships>
</file>

<file path=ppt/presentation.xml><?xml version="1.0" encoding="utf-8"?>
<p:presentation xmlns:p="http://schemas.openxmlformats.org/presentationml/2006/main">
  <p:sldMasterIdLst>
    <p:sldMasterId xmlns:r="http://schemas.openxmlformats.org/officeDocument/2006/relationships" id="2147483648" r:id="R3cad132840d94663"/>
  </p:sldMasterIdLst>
  <p:notesMasterIdLst>
    <p:notesMasterId xmlns:r="http://schemas.openxmlformats.org/officeDocument/2006/relationships" r:id="Rd8676a8498ea4487"/>
  </p:notesMasterIdLst>
  <p:sldIdLst>
    <p:sldId xmlns:r="http://schemas.openxmlformats.org/officeDocument/2006/relationships" id="256" r:id="R4b9f21e6a2764e6b"/>
    <p:sldId xmlns:r="http://schemas.openxmlformats.org/officeDocument/2006/relationships" id="257" r:id="R3d39e9ea61b843d7"/>
    <p:sldId xmlns:r="http://schemas.openxmlformats.org/officeDocument/2006/relationships" id="258" r:id="R437f1ae97bca4caf"/>
    <p:sldId xmlns:r="http://schemas.openxmlformats.org/officeDocument/2006/relationships" id="259" r:id="R3a6c5ac2ca8f482f"/>
    <p:sldId xmlns:r="http://schemas.openxmlformats.org/officeDocument/2006/relationships" id="260" r:id="R2dd61b4298a146b7"/>
    <p:sldId xmlns:r="http://schemas.openxmlformats.org/officeDocument/2006/relationships" id="261" r:id="Re658d6d63da845f8"/>
    <p:sldId xmlns:r="http://schemas.openxmlformats.org/officeDocument/2006/relationships" id="262" r:id="R0e13a46c1fba4632"/>
    <p:sldId xmlns:r="http://schemas.openxmlformats.org/officeDocument/2006/relationships" id="263" r:id="R53a4d51dd0c24280"/>
    <p:sldId xmlns:r="http://schemas.openxmlformats.org/officeDocument/2006/relationships" id="264" r:id="Re4aefe164ace4a1b"/>
    <p:sldId xmlns:r="http://schemas.openxmlformats.org/officeDocument/2006/relationships" id="265" r:id="R33f9b5ee2c3e4d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7438190b1b40e9" /><Relationship Type="http://schemas.openxmlformats.org/officeDocument/2006/relationships/slideMaster" Target="/ppt/slideMasters/slideMaster1.xml" Id="R3cad132840d94663" /><Relationship Type="http://schemas.openxmlformats.org/officeDocument/2006/relationships/notesMaster" Target="/ppt/notesMasters/notesMaster1.xml" Id="Rd8676a8498ea4487" /><Relationship Type="http://schemas.openxmlformats.org/officeDocument/2006/relationships/presProps" Target="/ppt/presProps.xml" Id="Rf6df0116669f4846" /><Relationship Type="http://schemas.openxmlformats.org/officeDocument/2006/relationships/tableStyles" Target="/ppt/tableStyles.xml" Id="Racc4f55c52874986" /><Relationship Type="http://schemas.openxmlformats.org/officeDocument/2006/relationships/slide" Target="/ppt/slides/slide1.xml" Id="R4b9f21e6a2764e6b" /><Relationship Type="http://schemas.openxmlformats.org/officeDocument/2006/relationships/slide" Target="/ppt/slides/slide2.xml" Id="R3d39e9ea61b843d7" /><Relationship Type="http://schemas.openxmlformats.org/officeDocument/2006/relationships/slide" Target="/ppt/slides/slide3.xml" Id="R437f1ae97bca4caf" /><Relationship Type="http://schemas.openxmlformats.org/officeDocument/2006/relationships/slide" Target="/ppt/slides/slide4.xml" Id="R3a6c5ac2ca8f482f" /><Relationship Type="http://schemas.openxmlformats.org/officeDocument/2006/relationships/slide" Target="/ppt/slides/slide5.xml" Id="R2dd61b4298a146b7" /><Relationship Type="http://schemas.openxmlformats.org/officeDocument/2006/relationships/slide" Target="/ppt/slides/slide6.xml" Id="Re658d6d63da845f8" /><Relationship Type="http://schemas.openxmlformats.org/officeDocument/2006/relationships/slide" Target="/ppt/slides/slide7.xml" Id="R0e13a46c1fba4632" /><Relationship Type="http://schemas.openxmlformats.org/officeDocument/2006/relationships/slide" Target="/ppt/slides/slide8.xml" Id="R53a4d51dd0c24280" /><Relationship Type="http://schemas.openxmlformats.org/officeDocument/2006/relationships/slide" Target="/ppt/slides/slide9.xml" Id="Re4aefe164ace4a1b" /><Relationship Type="http://schemas.openxmlformats.org/officeDocument/2006/relationships/slide" Target="/ppt/slides/slide10.xml" Id="R33f9b5ee2c3e4d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63b2a2566542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d9ef5953ed4cd2" /><Relationship Type="http://schemas.openxmlformats.org/officeDocument/2006/relationships/notesMaster" Target="/ppt/notesMasters/notesMaster1.xml" Id="Re65257b0cf5142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079c7459741b8" /><Relationship Type="http://schemas.openxmlformats.org/officeDocument/2006/relationships/notesMaster" Target="/ppt/notesMasters/notesMaster1.xml" Id="Rf5c21b2d33ca4a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96a65d49f2421c" /><Relationship Type="http://schemas.openxmlformats.org/officeDocument/2006/relationships/notesMaster" Target="/ppt/notesMasters/notesMaster1.xml" Id="R653113aed37446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331701dcc44cd7" /><Relationship Type="http://schemas.openxmlformats.org/officeDocument/2006/relationships/notesMaster" Target="/ppt/notesMasters/notesMaster1.xml" Id="Red006d4854f34f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b9f53c08754a9d" /><Relationship Type="http://schemas.openxmlformats.org/officeDocument/2006/relationships/notesMaster" Target="/ppt/notesMasters/notesMaster1.xml" Id="R5669f188468342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77d4db32b444e4" /><Relationship Type="http://schemas.openxmlformats.org/officeDocument/2006/relationships/notesMaster" Target="/ppt/notesMasters/notesMaster1.xml" Id="Rfef828a1f4304d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b6de5e84eb477a" /><Relationship Type="http://schemas.openxmlformats.org/officeDocument/2006/relationships/notesMaster" Target="/ppt/notesMasters/notesMaster1.xml" Id="R5f4fabdf064248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3cf33b55c145f2" /><Relationship Type="http://schemas.openxmlformats.org/officeDocument/2006/relationships/notesMaster" Target="/ppt/notesMasters/notesMaster1.xml" Id="Racfe3132c17c46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f7bed5949646fc" /><Relationship Type="http://schemas.openxmlformats.org/officeDocument/2006/relationships/notesMaster" Target="/ppt/notesMasters/notesMaster1.xml" Id="Rd23c3c410da74d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c74916538b4c54" /><Relationship Type="http://schemas.openxmlformats.org/officeDocument/2006/relationships/notesMaster" Target="/ppt/notesMasters/notesMaster1.xml" Id="R0cd0ceb3d53e4a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Built by Shivam Gupta with AI-assisted engineering. Primary track: Reasoning Architecture, Track 3. Thesis combines deterministic numerical gates, adaptive critique, account-scoped state and Meterless H-MEM context, bounded model repair and explicit abstention. Sponsor execution over synthetic inputs is infrastructure evidence, not verified financial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problem is a product hypothesis, not a survey result. Initial target: self-directed investors with existing brokerage accounts, comparing companies across the US, India, China and UAE. Risk/horizon framing follows Investor.gov: https://www.investor.gov/introduction-investing/getting-started/asset-allocation (accessed 27 October 2026). Local source: docs/product-strategy.md. No promised investment return or claimed customer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screenshot to be embedded from evidence/ui-workspace.png, a captured running Thesis application. The image is actual product UI, not a rendered concept. Included 20-company data is synthetic. Run execution is on the server and UI progress does not invent completed agent actions. Native authenticated access, saved dossiers, history and exports are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track: Reasoning Architecture. Native editable diagram shows planner, computational analysts, skeptic feedback, planner revision and immutable risk gating, with a branch to abstention. Account-scoped H-MEM carries relevant prior decisions without replacing fresh evidence. In connected mode, a source-constrained Qwen critique enters a schema/source-ID evaluator with one bounded repair. An optional NVIDIA Nemotron exclusion auditor can request a planner recheck, which recomputes the failed gates and retains the deterministic veto. Code: lib/server/service.ts, lib/research/engine.ts, lib/providers/nightshift.ts. The evaluator does not verify prose entailment or financial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mandate is a deliberately contradictory synthetic test case, not investment advice. Confirm in current engine tests and demo before recording: targetReturn40, maxVolatility5, maxDrawdown5, horizonMonths6. Global infeasibility/short-horizon policy should abstain and skip Nightshift requests. No claim that a 5% measured volatility guarantees a 5% loss cap. Source: lib/research/engine.ts and tests/research.test.ts. Investor.gov explains time horizon and risk tolerance: https://www.investor.gov/introduction-investing/getting-started/asset-allocation.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infrastructure features over synthetic data. Meterless H-MEM official reference commit1742dec56a66e58eef9dda2d2b865823758ca8cd passes13/13conformance checks. Fresh Qwen skeptical review proof in work/evidence/nightshift-live.json, started2026-10-27T05:34:30.796Z, model local-runtime/qwen2-5-7b-instruct-q4-k-m, receipt rcpt_req_hx5lp5c2, latency29645ms. NVIDIA exclusion audit proof: evidence/nemotron-live.json, finished2026-10-27T05:32:03.139Z, model local-runtime/nemotron-mini-4b-instruct-q4-k-m. First receipt rcpt_req_vl5i98jj latency3297ms, second bounded-repair receipt rcpt_req_lz7ros6b latency3740ms. Final validated classification requested review because inputs are synthetic. Service wiring sends a requested review back to the planner and retains the numeric exclusion. This proves the optional audit feature, not complete connected mode, live financial evidence or financial correctness. Zetaris remains pending live verification. Official APIs: https://github.com/Meterless/Meterless/blob/main/docs/agent-ready/add-meterless-provider.md and https://github.com/zetaris/getting-started/blob/main/scripts/query_zetaris.ts.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work/clean-repro-result.json records a clean isolated copy without credentials, npm ci, npm run setup, typecheck,50passing tests, repeat-setup migration stability, and14API checks against a local production Worker. The API checks use synthetic trusted platform identity headers and cover cross-user authorization. They do not establish the hosted identity boundary or sponsor availability. No market data or investment-performance validation is claimed. Safeguards are implementation controls, not external security certification. Candidate/source-ID/schema validation cannot prove narrative entailment.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assumptions, not offers, traction or financial forecasts. $19/month individual and $79/month team are hypotheses in docs/product-strategy.md. $3.80 equals20%×$19, a provisional cost ceiling for80% contribution margin before fixed costs, support, fees and salaries. There is no billing implementation. No return/outperformance claim. First validation:5 observed investor sessions, willingness-to-pay interviews and data licensing assessment. Local inference receipts of$0 exclude hardware and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product positioning, not a claim that competitors lack every listed feature. Koyfin publicly offers company research, screeners, charts, filings and watchlists: https://www.koyfin.com/Pricing/ (accessed27October2026). Stock Analysis describes global coverage with multiple financial-data providers: https://stockanalysis.com/help/data-and-downloads/about-our-data/ (updated31July2026, accessed27October2026). These products establish that data breadth is a mature competitive dimension. Thesis differentiation remains a hypothesis. H-MEM is open source and not a proprietary moat. Source: docs/product-strategy.md.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track: Reasoning Architecture, Track3. Built by Shivam Gupta with AI-assisted engineering. A production-oriented hackathon system with explicit launch gates. Retained proofs verify H-MEM, Qwen through Nightshift and an optional NVIDIA Nemotron Mini exclusion audit through Nightshift over synthetic examples. Live Zetaris verification remains pending. Commercial readiness, financial evidence coverage and investment effectiveness are unvalidated. Licensed data, independent security review, monitoring, backups and jurisdiction-specific review remain launch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8fb4c0a8624c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409f7a12ad41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87df4eb60342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38cc8e11224b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22d580fe1149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9749c7505c4c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EE4B78-00E4-46A7-A431-346FE26B13F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4FE44E-250C-4EE0-AFC6-169634C582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852B08-90BB-4EE2-A213-56C0965DCF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04586B-9050-499A-8583-72EA506A91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06B24C-33B4-4179-99E9-15E27A7086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CB637F-CF40-4DE3-BD7D-880BC3BD74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6DDDCE-619C-4DE3-85C2-AB1DC4FDBB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0D12A3-6640-47FF-A231-1C2FB574C52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62D82E-CECD-4520-B7A5-C6D0FC7CD6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A2D4BF-9121-4BCB-85A6-64C0C392E0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5e5f811ec64b3b" /><Relationship Type="http://schemas.openxmlformats.org/officeDocument/2006/relationships/slideLayout" Target="/ppt/slideLayouts/slideLayout1.xml" Id="R96c867b3f579472f" /><Relationship Type="http://schemas.openxmlformats.org/officeDocument/2006/relationships/slideLayout" Target="/ppt/slideLayouts/slideLayout2.xml" Id="R3cc455e0227448ef" /><Relationship Type="http://schemas.openxmlformats.org/officeDocument/2006/relationships/slideLayout" Target="/ppt/slideLayouts/slideLayout3.xml" Id="Ra036cecc338f4fbb" /><Relationship Type="http://schemas.openxmlformats.org/officeDocument/2006/relationships/slideLayout" Target="/ppt/slideLayouts/slideLayout4.xml" Id="R0abb5e5c63ce44c3" /><Relationship Type="http://schemas.openxmlformats.org/officeDocument/2006/relationships/slideLayout" Target="/ppt/slideLayouts/slideLayout5.xml" Id="R98c38f5f6818454a" /><Relationship Type="http://schemas.openxmlformats.org/officeDocument/2006/relationships/slideLayout" Target="/ppt/slideLayouts/slideLayout6.xml" Id="R6af92a0a3df449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c867b3f579472f"/>
    <p:sldLayoutId xmlns:r="http://schemas.openxmlformats.org/officeDocument/2006/relationships" id="2147483650" r:id="R3cc455e0227448ef"/>
    <p:sldLayoutId xmlns:r="http://schemas.openxmlformats.org/officeDocument/2006/relationships" id="2147483651" r:id="Ra036cecc338f4fbb"/>
    <p:sldLayoutId xmlns:r="http://schemas.openxmlformats.org/officeDocument/2006/relationships" id="2147483652" r:id="R0abb5e5c63ce44c3"/>
    <p:sldLayoutId xmlns:r="http://schemas.openxmlformats.org/officeDocument/2006/relationships" id="2147483653" r:id="R98c38f5f6818454a"/>
    <p:sldLayoutId xmlns:r="http://schemas.openxmlformats.org/officeDocument/2006/relationships" id="2147483654" r:id="R6af92a0a3df449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552b253e6342ad" /><Relationship Type="http://schemas.openxmlformats.org/officeDocument/2006/relationships/notesSlide" Target="/ppt/notesSlides/notesSlide1.xml" Id="R7c2f27b233f741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a35d5f05b15456d" /><Relationship Type="http://schemas.openxmlformats.org/officeDocument/2006/relationships/notesSlide" Target="/ppt/notesSlides/notesSlide2.xml" Id="Rbed33ad8d86044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01d5c80ef3492b" /><Relationship Type="http://schemas.openxmlformats.org/officeDocument/2006/relationships/image" Target="/ppt/media/image.jpeg" Id="Rbc1f5a578dbf4aa4" /><Relationship Type="http://schemas.openxmlformats.org/officeDocument/2006/relationships/notesSlide" Target="/ppt/notesSlides/notesSlide3.xml" Id="Rf783b03a47de4e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7cb58b92d24947" /><Relationship Type="http://schemas.openxmlformats.org/officeDocument/2006/relationships/notesSlide" Target="/ppt/notesSlides/notesSlide4.xml" Id="Rb231c02793e844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e79effb2224745" /><Relationship Type="http://schemas.openxmlformats.org/officeDocument/2006/relationships/notesSlide" Target="/ppt/notesSlides/notesSlide5.xml" Id="Rbabeb62442c84e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973a4de3504977" /><Relationship Type="http://schemas.openxmlformats.org/officeDocument/2006/relationships/notesSlide" Target="/ppt/notesSlides/notesSlide6.xml" Id="R1717c07b6c9a47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4d498a8bb54401" /><Relationship Type="http://schemas.openxmlformats.org/officeDocument/2006/relationships/notesSlide" Target="/ppt/notesSlides/notesSlide7.xml" Id="R05c2249991264c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1f894c96fb4740" /><Relationship Type="http://schemas.openxmlformats.org/officeDocument/2006/relationships/notesSlide" Target="/ppt/notesSlides/notesSlide8.xml" Id="R2791c75db24b4b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76f265b868422c" /><Relationship Type="http://schemas.openxmlformats.org/officeDocument/2006/relationships/notesSlide" Target="/ppt/notesSlides/notesSlide9.xml" Id="Rd6483f655b9a40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1e43af94514939" /><Relationship Type="http://schemas.openxmlformats.org/officeDocument/2006/relationships/notesSlide" Target="/ppt/notesSlides/notesSlide10.xml" Id="Rcbb208a79ee848dd" /></Relationships>
</file>

<file path=ppt/slides/slide1.xml><?xml version="1.0" encoding="utf-8"?>
<p:sld xmlns:p="http://schemas.openxmlformats.org/presentationml/2006/main">
  <p:cSld>
    <p:bg>
      <p:bgPr>
        <a:solidFill xmlns:a="http://schemas.openxmlformats.org/drawingml/2006/main">
          <a:srgbClr val="111A3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997E2AE-8B9D-4F6C-B15F-2D6E15C6AD97}"/>
              </a:ext>
            </a:extLst>
          </p:cNvPr>
          <p:cNvSpPr>
            <a:spLocks xmlns:a="http://schemas.openxmlformats.org/drawingml/2006/main" noGrp="1"/>
          </p:cNvSpPr>
          <p:nvPr/>
        </p:nvSpPr>
        <p:spPr>
          <a:xfrm xmlns:a="http://schemas.openxmlformats.org/drawingml/2006/main">
            <a:off x="685800" y="52387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FFFFFF"/>
                </a:solidFill>
                <a:latin typeface="Arial"/>
                <a:ea typeface="Arial"/>
                <a:cs typeface="Arial"/>
              </a:defRPr>
            </a:defPPr>
            <a:lvl1pPr>
              <a:defRPr sz="4050" b="1">
                <a:solidFill>
                  <a:srgbClr val="FFFFFF"/>
                </a:solidFill>
                <a:latin typeface="Arial"/>
                <a:ea typeface="Arial"/>
                <a:cs typeface="Arial"/>
              </a:defRPr>
            </a:lvl1pPr>
            <a:lvl2pPr>
              <a:defRPr sz="4050" b="1">
                <a:solidFill>
                  <a:srgbClr val="FFFFFF"/>
                </a:solidFill>
                <a:latin typeface="Arial"/>
                <a:ea typeface="Arial"/>
                <a:cs typeface="Arial"/>
              </a:defRPr>
            </a:lvl2pPr>
            <a:lvl3pPr>
              <a:defRPr sz="4050" b="1">
                <a:solidFill>
                  <a:srgbClr val="FFFFFF"/>
                </a:solidFill>
                <a:latin typeface="Arial"/>
                <a:ea typeface="Arial"/>
                <a:cs typeface="Arial"/>
              </a:defRPr>
            </a:lvl3pPr>
            <a:lvl4pPr>
              <a:defRPr sz="4050" b="1">
                <a:solidFill>
                  <a:srgbClr val="FFFFFF"/>
                </a:solidFill>
                <a:latin typeface="Arial"/>
                <a:ea typeface="Arial"/>
                <a:cs typeface="Arial"/>
              </a:defRPr>
            </a:lvl4pPr>
            <a:lvl5pPr>
              <a:defRPr sz="4050" b="1">
                <a:solidFill>
                  <a:srgbClr val="FFFFFF"/>
                </a:solidFill>
                <a:latin typeface="Arial"/>
                <a:ea typeface="Arial"/>
                <a:cs typeface="Arial"/>
              </a:defRPr>
            </a:lvl5pPr>
            <a:lvl6pPr>
              <a:defRPr sz="4050" b="1">
                <a:solidFill>
                  <a:srgbClr val="FFFFFF"/>
                </a:solidFill>
                <a:latin typeface="Arial"/>
                <a:ea typeface="Arial"/>
                <a:cs typeface="Arial"/>
              </a:defRPr>
            </a:lvl6pPr>
            <a:lvl7pPr>
              <a:defRPr sz="4050" b="1">
                <a:solidFill>
                  <a:srgbClr val="FFFFFF"/>
                </a:solidFill>
                <a:latin typeface="Arial"/>
                <a:ea typeface="Arial"/>
                <a:cs typeface="Arial"/>
              </a:defRPr>
            </a:lvl7pPr>
            <a:lvl8pPr>
              <a:defRPr sz="4050" b="1">
                <a:solidFill>
                  <a:srgbClr val="FFFFFF"/>
                </a:solidFill>
                <a:latin typeface="Arial"/>
                <a:ea typeface="Arial"/>
                <a:cs typeface="Arial"/>
              </a:defRPr>
            </a:lvl8pPr>
            <a:lvl9pPr>
              <a:defRPr sz="4050" b="1">
                <a:solidFill>
                  <a:srgbClr val="FFFFFF"/>
                </a:solidFill>
                <a:latin typeface="Arial"/>
                <a:ea typeface="Arial"/>
                <a:cs typeface="Arial"/>
              </a:defRPr>
            </a:lvl9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thesis.</a:t>
            </a:r>
          </a:p>
        </p:txBody>
      </p:sp>
      <p:sp>
        <p:nvSpPr>
          <p:cNvPr id="3" name="">
            <a:extLst xmlns:a="http://schemas.openxmlformats.org/drawingml/2006/main">
              <a:ext uri="{FF2B5EF4-FFF2-40B4-BE49-F238E27FC236}">
                <a16:creationId xmlns:a16="http://schemas.microsoft.com/office/drawing/2014/main" id="{4B5EDDC3-6639-4D75-90B9-E2AC7579893A}"/>
              </a:ext>
            </a:extLst>
          </p:cNvPr>
          <p:cNvSpPr>
            <a:spLocks xmlns:a="http://schemas.openxmlformats.org/drawingml/2006/main" noGrp="1"/>
          </p:cNvSpPr>
          <p:nvPr/>
        </p:nvSpPr>
        <p:spPr>
          <a:xfrm xmlns:a="http://schemas.openxmlformats.org/drawingml/2006/main">
            <a:off x="685800" y="2143125"/>
            <a:ext cx="1028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Conviction, with a</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counterargument</a:t>
            </a:r>
          </a:p>
        </p:txBody>
      </p:sp>
      <p:sp>
        <p:nvSpPr>
          <p:cNvPr id="4" name="">
            <a:extLst xmlns:a="http://schemas.openxmlformats.org/drawingml/2006/main">
              <a:ext uri="{FF2B5EF4-FFF2-40B4-BE49-F238E27FC236}">
                <a16:creationId xmlns:a16="http://schemas.microsoft.com/office/drawing/2014/main" id="{10FBE8DD-D6ED-413E-B892-CAE8B11C7F65}"/>
              </a:ext>
            </a:extLst>
          </p:cNvPr>
          <p:cNvSpPr>
            <a:spLocks xmlns:a="http://schemas.openxmlformats.org/drawingml/2006/main" noGrp="1"/>
          </p:cNvSpPr>
          <p:nvPr/>
        </p:nvSpPr>
        <p:spPr>
          <a:xfrm xmlns:a="http://schemas.openxmlformats.org/drawingml/2006/main">
            <a:off x="723900" y="42862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B9C6E9"/>
                </a:solidFill>
                <a:latin typeface="Arial"/>
                <a:ea typeface="Arial"/>
                <a:cs typeface="Arial"/>
              </a:defRPr>
            </a:defPPr>
            <a:lvl1pPr>
              <a:defRPr sz="1950" b="0">
                <a:solidFill>
                  <a:srgbClr val="B9C6E9"/>
                </a:solidFill>
                <a:latin typeface="Arial"/>
                <a:ea typeface="Arial"/>
                <a:cs typeface="Arial"/>
              </a:defRPr>
            </a:lvl1pPr>
            <a:lvl2pPr>
              <a:defRPr sz="1950" b="0">
                <a:solidFill>
                  <a:srgbClr val="B9C6E9"/>
                </a:solidFill>
                <a:latin typeface="Arial"/>
                <a:ea typeface="Arial"/>
                <a:cs typeface="Arial"/>
              </a:defRPr>
            </a:lvl2pPr>
            <a:lvl3pPr>
              <a:defRPr sz="1950" b="0">
                <a:solidFill>
                  <a:srgbClr val="B9C6E9"/>
                </a:solidFill>
                <a:latin typeface="Arial"/>
                <a:ea typeface="Arial"/>
                <a:cs typeface="Arial"/>
              </a:defRPr>
            </a:lvl3pPr>
            <a:lvl4pPr>
              <a:defRPr sz="1950" b="0">
                <a:solidFill>
                  <a:srgbClr val="B9C6E9"/>
                </a:solidFill>
                <a:latin typeface="Arial"/>
                <a:ea typeface="Arial"/>
                <a:cs typeface="Arial"/>
              </a:defRPr>
            </a:lvl4pPr>
            <a:lvl5pPr>
              <a:defRPr sz="1950" b="0">
                <a:solidFill>
                  <a:srgbClr val="B9C6E9"/>
                </a:solidFill>
                <a:latin typeface="Arial"/>
                <a:ea typeface="Arial"/>
                <a:cs typeface="Arial"/>
              </a:defRPr>
            </a:lvl5pPr>
            <a:lvl6pPr>
              <a:defRPr sz="1950" b="0">
                <a:solidFill>
                  <a:srgbClr val="B9C6E9"/>
                </a:solidFill>
                <a:latin typeface="Arial"/>
                <a:ea typeface="Arial"/>
                <a:cs typeface="Arial"/>
              </a:defRPr>
            </a:lvl6pPr>
            <a:lvl7pPr>
              <a:defRPr sz="1950" b="0">
                <a:solidFill>
                  <a:srgbClr val="B9C6E9"/>
                </a:solidFill>
                <a:latin typeface="Arial"/>
                <a:ea typeface="Arial"/>
                <a:cs typeface="Arial"/>
              </a:defRPr>
            </a:lvl7pPr>
            <a:lvl8pPr>
              <a:defRPr sz="1950" b="0">
                <a:solidFill>
                  <a:srgbClr val="B9C6E9"/>
                </a:solidFill>
                <a:latin typeface="Arial"/>
                <a:ea typeface="Arial"/>
                <a:cs typeface="Arial"/>
              </a:defRPr>
            </a:lvl8pPr>
            <a:lvl9pPr>
              <a:defRPr sz="1950" b="0">
                <a:solidFill>
                  <a:srgbClr val="B9C6E9"/>
                </a:solidFill>
                <a:latin typeface="Arial"/>
                <a:ea typeface="Arial"/>
                <a:cs typeface="Arial"/>
              </a:defRPr>
            </a:lvl9pPr>
          </a:lstStyle>
          <a:p xmlns:a="http://schemas.openxmlformats.org/drawingml/2006/main">
            <a:pPr>
              <a:defRPr sz="1950" b="0">
                <a:solidFill>
                  <a:srgbClr val="B9C6E9"/>
                </a:solidFill>
                <a:latin typeface="Arial"/>
                <a:ea typeface="Arial"/>
                <a:cs typeface="Arial"/>
              </a:defRPr>
            </a:pPr>
            <a:r>
              <a:rPr sz="1950" b="0">
                <a:solidFill>
                  <a:srgbClr val="B9C6E9"/>
                </a:solidFill>
                <a:latin typeface="Arial"/>
                <a:ea typeface="Arial"/>
                <a:cs typeface="Arial"/>
              </a:rPr>
              <a:t>A research committee for the decisions that deserve a second opinion</a:t>
            </a:r>
          </a:p>
        </p:txBody>
      </p:sp>
      <p:sp>
        <p:nvSpPr>
          <p:cNvPr id="5" name="">
            <a:extLst xmlns:a="http://schemas.openxmlformats.org/drawingml/2006/main">
              <a:ext uri="{FF2B5EF4-FFF2-40B4-BE49-F238E27FC236}">
                <a16:creationId xmlns:a16="http://schemas.microsoft.com/office/drawing/2014/main" id="{71369BBB-CCB9-40BD-B936-121D11A3CDA2}"/>
              </a:ext>
            </a:extLst>
          </p:cNvPr>
          <p:cNvSpPr>
            <a:spLocks xmlns:a="http://schemas.openxmlformats.org/drawingml/2006/main" noGrp="1"/>
          </p:cNvSpPr>
          <p:nvPr/>
        </p:nvSpPr>
        <p:spPr>
          <a:xfrm xmlns:a="http://schemas.openxmlformats.org/drawingml/2006/main">
            <a:off x="723900" y="552450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FAED2"/>
                </a:solidFill>
                <a:latin typeface="Arial"/>
                <a:ea typeface="Arial"/>
                <a:cs typeface="Arial"/>
              </a:defRPr>
            </a:defPPr>
            <a:lvl1pPr>
              <a:defRPr sz="1425" b="0">
                <a:solidFill>
                  <a:srgbClr val="9FAED2"/>
                </a:solidFill>
                <a:latin typeface="Arial"/>
                <a:ea typeface="Arial"/>
                <a:cs typeface="Arial"/>
              </a:defRPr>
            </a:lvl1pPr>
            <a:lvl2pPr>
              <a:defRPr sz="1425" b="0">
                <a:solidFill>
                  <a:srgbClr val="9FAED2"/>
                </a:solidFill>
                <a:latin typeface="Arial"/>
                <a:ea typeface="Arial"/>
                <a:cs typeface="Arial"/>
              </a:defRPr>
            </a:lvl2pPr>
            <a:lvl3pPr>
              <a:defRPr sz="1425" b="0">
                <a:solidFill>
                  <a:srgbClr val="9FAED2"/>
                </a:solidFill>
                <a:latin typeface="Arial"/>
                <a:ea typeface="Arial"/>
                <a:cs typeface="Arial"/>
              </a:defRPr>
            </a:lvl3pPr>
            <a:lvl4pPr>
              <a:defRPr sz="1425" b="0">
                <a:solidFill>
                  <a:srgbClr val="9FAED2"/>
                </a:solidFill>
                <a:latin typeface="Arial"/>
                <a:ea typeface="Arial"/>
                <a:cs typeface="Arial"/>
              </a:defRPr>
            </a:lvl4pPr>
            <a:lvl5pPr>
              <a:defRPr sz="1425" b="0">
                <a:solidFill>
                  <a:srgbClr val="9FAED2"/>
                </a:solidFill>
                <a:latin typeface="Arial"/>
                <a:ea typeface="Arial"/>
                <a:cs typeface="Arial"/>
              </a:defRPr>
            </a:lvl5pPr>
            <a:lvl6pPr>
              <a:defRPr sz="1425" b="0">
                <a:solidFill>
                  <a:srgbClr val="9FAED2"/>
                </a:solidFill>
                <a:latin typeface="Arial"/>
                <a:ea typeface="Arial"/>
                <a:cs typeface="Arial"/>
              </a:defRPr>
            </a:lvl6pPr>
            <a:lvl7pPr>
              <a:defRPr sz="1425" b="0">
                <a:solidFill>
                  <a:srgbClr val="9FAED2"/>
                </a:solidFill>
                <a:latin typeface="Arial"/>
                <a:ea typeface="Arial"/>
                <a:cs typeface="Arial"/>
              </a:defRPr>
            </a:lvl7pPr>
            <a:lvl8pPr>
              <a:defRPr sz="1425" b="0">
                <a:solidFill>
                  <a:srgbClr val="9FAED2"/>
                </a:solidFill>
                <a:latin typeface="Arial"/>
                <a:ea typeface="Arial"/>
                <a:cs typeface="Arial"/>
              </a:defRPr>
            </a:lvl8pPr>
            <a:lvl9pPr>
              <a:defRPr sz="1425" b="0">
                <a:solidFill>
                  <a:srgbClr val="9FAED2"/>
                </a:solidFill>
                <a:latin typeface="Arial"/>
                <a:ea typeface="Arial"/>
                <a:cs typeface="Arial"/>
              </a:defRPr>
            </a:lvl9pPr>
          </a:lstStyle>
          <a:p xmlns:a="http://schemas.openxmlformats.org/drawingml/2006/main">
            <a:pPr>
              <a:defRPr sz="1425" b="0">
                <a:solidFill>
                  <a:srgbClr val="9FAED2"/>
                </a:solidFill>
                <a:latin typeface="Arial"/>
                <a:ea typeface="Arial"/>
                <a:cs typeface="Arial"/>
              </a:defRPr>
            </a:pPr>
            <a:r>
              <a:rPr sz="1425" b="0">
                <a:solidFill>
                  <a:srgbClr val="9FAED2"/>
                </a:solidFill>
                <a:latin typeface="Arial"/>
                <a:ea typeface="Arial"/>
                <a:cs typeface="Arial"/>
              </a:rPr>
              <a:t>Shivam Gupta</a:t>
            </a:r>
          </a:p>
          <a:p xmlns:a="http://schemas.openxmlformats.org/drawingml/2006/main">
            <a:pPr>
              <a:defRPr sz="1425" b="0">
                <a:solidFill>
                  <a:srgbClr val="9FAED2"/>
                </a:solidFill>
                <a:latin typeface="Arial"/>
                <a:ea typeface="Arial"/>
                <a:cs typeface="Arial"/>
              </a:defRPr>
            </a:pPr>
            <a:r>
              <a:rPr sz="1425" b="0">
                <a:solidFill>
                  <a:srgbClr val="9FAED2"/>
                </a:solidFill>
                <a:latin typeface="Arial"/>
                <a:ea typeface="Arial"/>
                <a:cs typeface="Arial"/>
              </a:rPr>
              <a:t>Open Agent Hackathon 2026</a:t>
            </a:r>
          </a:p>
          <a:p xmlns:a="http://schemas.openxmlformats.org/drawingml/2006/main">
            <a:pPr>
              <a:defRPr sz="1425" b="0">
                <a:solidFill>
                  <a:srgbClr val="9FAED2"/>
                </a:solidFill>
                <a:latin typeface="Arial"/>
                <a:ea typeface="Arial"/>
                <a:cs typeface="Arial"/>
              </a:defRPr>
            </a:pPr>
            <a:r>
              <a:rPr sz="1425" b="0">
                <a:solidFill>
                  <a:srgbClr val="9FAED2"/>
                </a:solidFill>
                <a:latin typeface="Arial"/>
                <a:ea typeface="Arial"/>
                <a:cs typeface="Arial"/>
              </a:rPr>
              <a:t>Track 3: Reasoning Architecture</a:t>
            </a:r>
          </a:p>
        </p:txBody>
      </p:sp>
    </p:spTree>
    <p:extLst>
      <p:ext uri="{BB962C8B-B14F-4D97-AF65-F5344CB8AC3E}">
        <p14:creationId xmlns:p14="http://schemas.microsoft.com/office/powerpoint/2010/main" val="2061715847"/>
      </p:ext>
    </p:extLst>
  </p:cSld>
</p:sld>
</file>

<file path=ppt/slides/slide2.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8F928B79-5D54-402D-8173-917131596E2D}"/>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0304E"/>
                </a:solidFill>
                <a:latin typeface="Arial"/>
                <a:ea typeface="Arial"/>
                <a:cs typeface="Arial"/>
              </a:defRPr>
            </a:defPPr>
            <a:lvl1pPr algn="l">
              <a:defRPr sz="3300" b="1">
                <a:solidFill>
                  <a:srgbClr val="20304E"/>
                </a:solidFill>
                <a:latin typeface="Arial"/>
                <a:ea typeface="Arial"/>
                <a:cs typeface="Arial"/>
              </a:defRPr>
            </a:lvl1pPr>
            <a:lvl2pPr algn="l">
              <a:defRPr sz="3300" b="1">
                <a:solidFill>
                  <a:srgbClr val="20304E"/>
                </a:solidFill>
                <a:latin typeface="Arial"/>
                <a:ea typeface="Arial"/>
                <a:cs typeface="Arial"/>
              </a:defRPr>
            </a:lvl2pPr>
            <a:lvl3pPr algn="l">
              <a:defRPr sz="3300" b="1">
                <a:solidFill>
                  <a:srgbClr val="20304E"/>
                </a:solidFill>
                <a:latin typeface="Arial"/>
                <a:ea typeface="Arial"/>
                <a:cs typeface="Arial"/>
              </a:defRPr>
            </a:lvl3pPr>
            <a:lvl4pPr algn="l">
              <a:defRPr sz="3300" b="1">
                <a:solidFill>
                  <a:srgbClr val="20304E"/>
                </a:solidFill>
                <a:latin typeface="Arial"/>
                <a:ea typeface="Arial"/>
                <a:cs typeface="Arial"/>
              </a:defRPr>
            </a:lvl4pPr>
            <a:lvl5pPr algn="l">
              <a:defRPr sz="3300" b="1">
                <a:solidFill>
                  <a:srgbClr val="20304E"/>
                </a:solidFill>
                <a:latin typeface="Arial"/>
                <a:ea typeface="Arial"/>
                <a:cs typeface="Arial"/>
              </a:defRPr>
            </a:lvl5pPr>
            <a:lvl6pPr algn="l">
              <a:defRPr sz="3300" b="1">
                <a:solidFill>
                  <a:srgbClr val="20304E"/>
                </a:solidFill>
                <a:latin typeface="Arial"/>
                <a:ea typeface="Arial"/>
                <a:cs typeface="Arial"/>
              </a:defRPr>
            </a:lvl6pPr>
            <a:lvl7pPr algn="l">
              <a:defRPr sz="3300" b="1">
                <a:solidFill>
                  <a:srgbClr val="20304E"/>
                </a:solidFill>
                <a:latin typeface="Arial"/>
                <a:ea typeface="Arial"/>
                <a:cs typeface="Arial"/>
              </a:defRPr>
            </a:lvl7pPr>
            <a:lvl8pPr algn="l">
              <a:defRPr sz="3300" b="1">
                <a:solidFill>
                  <a:srgbClr val="20304E"/>
                </a:solidFill>
                <a:latin typeface="Arial"/>
                <a:ea typeface="Arial"/>
                <a:cs typeface="Arial"/>
              </a:defRPr>
            </a:lvl8pPr>
            <a:lvl9pPr algn="l">
              <a:defRPr sz="3300" b="1">
                <a:solidFill>
                  <a:srgbClr val="20304E"/>
                </a:solidFill>
                <a:latin typeface="Arial"/>
                <a:ea typeface="Arial"/>
                <a:cs typeface="Arial"/>
              </a:defRPr>
            </a:lvl9pPr>
          </a:lstStyle>
          <a:p xmlns:a="http://schemas.openxmlformats.org/drawingml/2006/main">
            <a:pPr algn="l">
              <a:defRPr sz="3300" b="1">
                <a:solidFill>
                  <a:srgbClr val="20304E"/>
                </a:solidFill>
                <a:latin typeface="Arial"/>
                <a:ea typeface="Arial"/>
                <a:cs typeface="Arial"/>
              </a:defRPr>
            </a:pPr>
            <a:r>
              <a:rPr sz="3300" b="1">
                <a:solidFill>
                  <a:srgbClr val="20304E"/>
                </a:solidFill>
                <a:latin typeface="Arial"/>
                <a:ea typeface="Arial"/>
                <a:cs typeface="Arial"/>
              </a:rPr>
              <a:t>A compelling stock is easy to find.</a:t>
            </a:r>
          </a:p>
          <a:p xmlns:a="http://schemas.openxmlformats.org/drawingml/2006/main">
            <a:pPr algn="l">
              <a:defRPr sz="3300" b="1">
                <a:solidFill>
                  <a:srgbClr val="20304E"/>
                </a:solidFill>
                <a:latin typeface="Arial"/>
                <a:ea typeface="Arial"/>
                <a:cs typeface="Arial"/>
              </a:defRPr>
            </a:pPr>
            <a:r>
              <a:rPr sz="3300" b="1">
                <a:solidFill>
                  <a:srgbClr val="20304E"/>
                </a:solidFill>
                <a:latin typeface="Arial"/>
                <a:ea typeface="Arial"/>
                <a:cs typeface="Arial"/>
              </a:rPr>
              <a:t>A defensible decision is harder.</a:t>
            </a:r>
          </a:p>
        </p:txBody>
      </p:sp>
      <p:sp>
        <p:nvSpPr>
          <p:cNvPr id="3" name="accent">
            <a:extLst xmlns:a="http://schemas.openxmlformats.org/drawingml/2006/main">
              <a:ext uri="{FF2B5EF4-FFF2-40B4-BE49-F238E27FC236}">
                <a16:creationId xmlns:a16="http://schemas.microsoft.com/office/drawing/2014/main" id="{D2F696B7-9FB5-4BDF-ABB1-2DEFDBC1362D}"/>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4" name="folio">
            <a:extLst xmlns:a="http://schemas.openxmlformats.org/drawingml/2006/main">
              <a:ext uri="{FF2B5EF4-FFF2-40B4-BE49-F238E27FC236}">
                <a16:creationId xmlns:a16="http://schemas.microsoft.com/office/drawing/2014/main" id="{2CCB7114-AD10-45BD-B426-6ED2AF293627}"/>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8794AD"/>
                </a:solidFill>
                <a:latin typeface="Arial"/>
                <a:ea typeface="Arial"/>
                <a:cs typeface="Arial"/>
              </a:defRPr>
            </a:defPPr>
            <a:lvl1pPr algn="l">
              <a:defRPr sz="1050" b="0">
                <a:solidFill>
                  <a:srgbClr val="8794AD"/>
                </a:solidFill>
                <a:latin typeface="Arial"/>
                <a:ea typeface="Arial"/>
                <a:cs typeface="Arial"/>
              </a:defRPr>
            </a:lvl1pPr>
            <a:lvl2pPr algn="l">
              <a:defRPr sz="1050" b="0">
                <a:solidFill>
                  <a:srgbClr val="8794AD"/>
                </a:solidFill>
                <a:latin typeface="Arial"/>
                <a:ea typeface="Arial"/>
                <a:cs typeface="Arial"/>
              </a:defRPr>
            </a:lvl2pPr>
            <a:lvl3pPr algn="l">
              <a:defRPr sz="1050" b="0">
                <a:solidFill>
                  <a:srgbClr val="8794AD"/>
                </a:solidFill>
                <a:latin typeface="Arial"/>
                <a:ea typeface="Arial"/>
                <a:cs typeface="Arial"/>
              </a:defRPr>
            </a:lvl3pPr>
            <a:lvl4pPr algn="l">
              <a:defRPr sz="1050" b="0">
                <a:solidFill>
                  <a:srgbClr val="8794AD"/>
                </a:solidFill>
                <a:latin typeface="Arial"/>
                <a:ea typeface="Arial"/>
                <a:cs typeface="Arial"/>
              </a:defRPr>
            </a:lvl4pPr>
            <a:lvl5pPr algn="l">
              <a:defRPr sz="1050" b="0">
                <a:solidFill>
                  <a:srgbClr val="8794AD"/>
                </a:solidFill>
                <a:latin typeface="Arial"/>
                <a:ea typeface="Arial"/>
                <a:cs typeface="Arial"/>
              </a:defRPr>
            </a:lvl5pPr>
            <a:lvl6pPr algn="l">
              <a:defRPr sz="1050" b="0">
                <a:solidFill>
                  <a:srgbClr val="8794AD"/>
                </a:solidFill>
                <a:latin typeface="Arial"/>
                <a:ea typeface="Arial"/>
                <a:cs typeface="Arial"/>
              </a:defRPr>
            </a:lvl6pPr>
            <a:lvl7pPr algn="l">
              <a:defRPr sz="1050" b="0">
                <a:solidFill>
                  <a:srgbClr val="8794AD"/>
                </a:solidFill>
                <a:latin typeface="Arial"/>
                <a:ea typeface="Arial"/>
                <a:cs typeface="Arial"/>
              </a:defRPr>
            </a:lvl7pPr>
            <a:lvl8pPr algn="l">
              <a:defRPr sz="1050" b="0">
                <a:solidFill>
                  <a:srgbClr val="8794AD"/>
                </a:solidFill>
                <a:latin typeface="Arial"/>
                <a:ea typeface="Arial"/>
                <a:cs typeface="Arial"/>
              </a:defRPr>
            </a:lvl8pPr>
            <a:lvl9pPr algn="l">
              <a:defRPr sz="1050" b="0">
                <a:solidFill>
                  <a:srgbClr val="8794AD"/>
                </a:solidFill>
                <a:latin typeface="Arial"/>
                <a:ea typeface="Arial"/>
                <a:cs typeface="Arial"/>
              </a:defRPr>
            </a:lvl9pPr>
          </a:lstStyle>
          <a:p xmlns:a="http://schemas.openxmlformats.org/drawingml/2006/main">
            <a:pPr algn="l">
              <a:defRPr sz="1050" b="0">
                <a:solidFill>
                  <a:srgbClr val="8794AD"/>
                </a:solidFill>
                <a:latin typeface="Arial"/>
                <a:ea typeface="Arial"/>
                <a:cs typeface="Arial"/>
              </a:defRPr>
            </a:pPr>
            <a:r>
              <a:rPr sz="1050" b="0">
                <a:solidFill>
                  <a:srgbClr val="8794AD"/>
                </a:solidFill>
                <a:latin typeface="Arial"/>
                <a:ea typeface="Arial"/>
                <a:cs typeface="Arial"/>
              </a:rPr>
              <a:t>02</a:t>
            </a:r>
          </a:p>
        </p:txBody>
      </p:sp>
      <p:sp>
        <p:nvSpPr>
          <p:cNvPr id="5" name="problem-user">
            <a:extLst xmlns:a="http://schemas.openxmlformats.org/drawingml/2006/main">
              <a:ext uri="{FF2B5EF4-FFF2-40B4-BE49-F238E27FC236}">
                <a16:creationId xmlns:a16="http://schemas.microsoft.com/office/drawing/2014/main" id="{51959223-9049-4442-AD66-B1DEA4D576C0}"/>
              </a:ext>
            </a:extLst>
          </p:cNvPr>
          <p:cNvSpPr>
            <a:spLocks xmlns:a="http://schemas.openxmlformats.org/drawingml/2006/main" noGrp="1"/>
          </p:cNvSpPr>
          <p:nvPr/>
        </p:nvSpPr>
        <p:spPr>
          <a:xfrm xmlns:a="http://schemas.openxmlformats.org/drawingml/2006/main">
            <a:off x="685800" y="2133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5E6D86"/>
                </a:solidFill>
                <a:latin typeface="Arial"/>
                <a:ea typeface="Arial"/>
                <a:cs typeface="Arial"/>
              </a:defRPr>
            </a:defPPr>
            <a:lvl1pPr algn="l">
              <a:defRPr sz="1800" b="0">
                <a:solidFill>
                  <a:srgbClr val="5E6D86"/>
                </a:solidFill>
                <a:latin typeface="Arial"/>
                <a:ea typeface="Arial"/>
                <a:cs typeface="Arial"/>
              </a:defRPr>
            </a:lvl1pPr>
            <a:lvl2pPr algn="l">
              <a:defRPr sz="1800" b="0">
                <a:solidFill>
                  <a:srgbClr val="5E6D86"/>
                </a:solidFill>
                <a:latin typeface="Arial"/>
                <a:ea typeface="Arial"/>
                <a:cs typeface="Arial"/>
              </a:defRPr>
            </a:lvl2pPr>
            <a:lvl3pPr algn="l">
              <a:defRPr sz="1800" b="0">
                <a:solidFill>
                  <a:srgbClr val="5E6D86"/>
                </a:solidFill>
                <a:latin typeface="Arial"/>
                <a:ea typeface="Arial"/>
                <a:cs typeface="Arial"/>
              </a:defRPr>
            </a:lvl3pPr>
            <a:lvl4pPr algn="l">
              <a:defRPr sz="1800" b="0">
                <a:solidFill>
                  <a:srgbClr val="5E6D86"/>
                </a:solidFill>
                <a:latin typeface="Arial"/>
                <a:ea typeface="Arial"/>
                <a:cs typeface="Arial"/>
              </a:defRPr>
            </a:lvl4pPr>
            <a:lvl5pPr algn="l">
              <a:defRPr sz="1800" b="0">
                <a:solidFill>
                  <a:srgbClr val="5E6D86"/>
                </a:solidFill>
                <a:latin typeface="Arial"/>
                <a:ea typeface="Arial"/>
                <a:cs typeface="Arial"/>
              </a:defRPr>
            </a:lvl5pPr>
            <a:lvl6pPr algn="l">
              <a:defRPr sz="1800" b="0">
                <a:solidFill>
                  <a:srgbClr val="5E6D86"/>
                </a:solidFill>
                <a:latin typeface="Arial"/>
                <a:ea typeface="Arial"/>
                <a:cs typeface="Arial"/>
              </a:defRPr>
            </a:lvl6pPr>
            <a:lvl7pPr algn="l">
              <a:defRPr sz="1800" b="0">
                <a:solidFill>
                  <a:srgbClr val="5E6D86"/>
                </a:solidFill>
                <a:latin typeface="Arial"/>
                <a:ea typeface="Arial"/>
                <a:cs typeface="Arial"/>
              </a:defRPr>
            </a:lvl7pPr>
            <a:lvl8pPr algn="l">
              <a:defRPr sz="1800" b="0">
                <a:solidFill>
                  <a:srgbClr val="5E6D86"/>
                </a:solidFill>
                <a:latin typeface="Arial"/>
                <a:ea typeface="Arial"/>
                <a:cs typeface="Arial"/>
              </a:defRPr>
            </a:lvl8pPr>
            <a:lvl9pPr algn="l">
              <a:defRPr sz="1800" b="0">
                <a:solidFill>
                  <a:srgbClr val="5E6D86"/>
                </a:solidFill>
                <a:latin typeface="Arial"/>
                <a:ea typeface="Arial"/>
                <a:cs typeface="Arial"/>
              </a:defRPr>
            </a:lvl9pPr>
          </a:lstStyle>
          <a:p xmlns:a="http://schemas.openxmlformats.org/drawingml/2006/main">
            <a:pPr algn="l">
              <a:defRPr sz="1800" b="0">
                <a:solidFill>
                  <a:srgbClr val="5E6D86"/>
                </a:solidFill>
                <a:latin typeface="Arial"/>
                <a:ea typeface="Arial"/>
                <a:cs typeface="Arial"/>
              </a:defRPr>
            </a:pPr>
            <a:r>
              <a:rPr sz="1800" b="0">
                <a:solidFill>
                  <a:srgbClr val="5E6D86"/>
                </a:solidFill>
                <a:latin typeface="Arial"/>
                <a:ea typeface="Arial"/>
                <a:cs typeface="Arial"/>
              </a:rPr>
              <a:t>For a self-directed investor researching across markets</a:t>
            </a:r>
          </a:p>
        </p:txBody>
      </p:sp>
      <p:sp>
        <p:nvSpPr>
          <p:cNvPr id="6" name="problem-number-01">
            <a:extLst xmlns:a="http://schemas.openxmlformats.org/drawingml/2006/main">
              <a:ext uri="{FF2B5EF4-FFF2-40B4-BE49-F238E27FC236}">
                <a16:creationId xmlns:a16="http://schemas.microsoft.com/office/drawing/2014/main" id="{EEC0754A-B133-4A75-9CFF-6E88F28847B4}"/>
              </a:ext>
            </a:extLst>
          </p:cNvPr>
          <p:cNvSpPr>
            <a:spLocks xmlns:a="http://schemas.openxmlformats.org/drawingml/2006/main" noGrp="1"/>
          </p:cNvSpPr>
          <p:nvPr/>
        </p:nvSpPr>
        <p:spPr>
          <a:xfrm xmlns:a="http://schemas.openxmlformats.org/drawingml/2006/main">
            <a:off x="685800" y="3048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4359E8"/>
                </a:solidFill>
                <a:latin typeface="Arial"/>
                <a:ea typeface="Arial"/>
                <a:cs typeface="Arial"/>
              </a:defRPr>
            </a:defPPr>
            <a:lvl1pPr algn="l">
              <a:defRPr sz="2025" b="1">
                <a:solidFill>
                  <a:srgbClr val="4359E8"/>
                </a:solidFill>
                <a:latin typeface="Arial"/>
                <a:ea typeface="Arial"/>
                <a:cs typeface="Arial"/>
              </a:defRPr>
            </a:lvl1pPr>
            <a:lvl2pPr algn="l">
              <a:defRPr sz="2025" b="1">
                <a:solidFill>
                  <a:srgbClr val="4359E8"/>
                </a:solidFill>
                <a:latin typeface="Arial"/>
                <a:ea typeface="Arial"/>
                <a:cs typeface="Arial"/>
              </a:defRPr>
            </a:lvl2pPr>
            <a:lvl3pPr algn="l">
              <a:defRPr sz="2025" b="1">
                <a:solidFill>
                  <a:srgbClr val="4359E8"/>
                </a:solidFill>
                <a:latin typeface="Arial"/>
                <a:ea typeface="Arial"/>
                <a:cs typeface="Arial"/>
              </a:defRPr>
            </a:lvl3pPr>
            <a:lvl4pPr algn="l">
              <a:defRPr sz="2025" b="1">
                <a:solidFill>
                  <a:srgbClr val="4359E8"/>
                </a:solidFill>
                <a:latin typeface="Arial"/>
                <a:ea typeface="Arial"/>
                <a:cs typeface="Arial"/>
              </a:defRPr>
            </a:lvl4pPr>
            <a:lvl5pPr algn="l">
              <a:defRPr sz="2025" b="1">
                <a:solidFill>
                  <a:srgbClr val="4359E8"/>
                </a:solidFill>
                <a:latin typeface="Arial"/>
                <a:ea typeface="Arial"/>
                <a:cs typeface="Arial"/>
              </a:defRPr>
            </a:lvl5pPr>
            <a:lvl6pPr algn="l">
              <a:defRPr sz="2025" b="1">
                <a:solidFill>
                  <a:srgbClr val="4359E8"/>
                </a:solidFill>
                <a:latin typeface="Arial"/>
                <a:ea typeface="Arial"/>
                <a:cs typeface="Arial"/>
              </a:defRPr>
            </a:lvl6pPr>
            <a:lvl7pPr algn="l">
              <a:defRPr sz="2025" b="1">
                <a:solidFill>
                  <a:srgbClr val="4359E8"/>
                </a:solidFill>
                <a:latin typeface="Arial"/>
                <a:ea typeface="Arial"/>
                <a:cs typeface="Arial"/>
              </a:defRPr>
            </a:lvl7pPr>
            <a:lvl8pPr algn="l">
              <a:defRPr sz="2025" b="1">
                <a:solidFill>
                  <a:srgbClr val="4359E8"/>
                </a:solidFill>
                <a:latin typeface="Arial"/>
                <a:ea typeface="Arial"/>
                <a:cs typeface="Arial"/>
              </a:defRPr>
            </a:lvl8pPr>
            <a:lvl9pPr algn="l">
              <a:defRPr sz="2025" b="1">
                <a:solidFill>
                  <a:srgbClr val="4359E8"/>
                </a:solidFill>
                <a:latin typeface="Arial"/>
                <a:ea typeface="Arial"/>
                <a:cs typeface="Arial"/>
              </a:defRPr>
            </a:lvl9pPr>
          </a:lstStyle>
          <a:p xmlns:a="http://schemas.openxmlformats.org/drawingml/2006/main">
            <a:pPr algn="l">
              <a:defRPr sz="2025" b="1">
                <a:solidFill>
                  <a:srgbClr val="4359E8"/>
                </a:solidFill>
                <a:latin typeface="Arial"/>
                <a:ea typeface="Arial"/>
                <a:cs typeface="Arial"/>
              </a:defRPr>
            </a:pPr>
            <a:r>
              <a:rPr sz="2025" b="1">
                <a:solidFill>
                  <a:srgbClr val="4359E8"/>
                </a:solidFill>
                <a:latin typeface="Arial"/>
                <a:ea typeface="Arial"/>
                <a:cs typeface="Arial"/>
              </a:rPr>
              <a:t>01</a:t>
            </a:r>
          </a:p>
        </p:txBody>
      </p:sp>
      <p:sp>
        <p:nvSpPr>
          <p:cNvPr id="7" name="problem-heading-01">
            <a:extLst xmlns:a="http://schemas.openxmlformats.org/drawingml/2006/main">
              <a:ext uri="{FF2B5EF4-FFF2-40B4-BE49-F238E27FC236}">
                <a16:creationId xmlns:a16="http://schemas.microsoft.com/office/drawing/2014/main" id="{5C928FB2-3F79-4CFB-8D8C-9D320D58CA1C}"/>
              </a:ext>
            </a:extLst>
          </p:cNvPr>
          <p:cNvSpPr>
            <a:spLocks xmlns:a="http://schemas.openxmlformats.org/drawingml/2006/main" noGrp="1"/>
          </p:cNvSpPr>
          <p:nvPr/>
        </p:nvSpPr>
        <p:spPr>
          <a:xfrm xmlns:a="http://schemas.openxmlformats.org/drawingml/2006/main">
            <a:off x="685800" y="36480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20304E"/>
                </a:solidFill>
                <a:latin typeface="Arial"/>
                <a:ea typeface="Arial"/>
                <a:cs typeface="Arial"/>
              </a:defRPr>
            </a:defPPr>
            <a:lvl1pPr algn="l">
              <a:defRPr sz="2175" b="1">
                <a:solidFill>
                  <a:srgbClr val="20304E"/>
                </a:solidFill>
                <a:latin typeface="Arial"/>
                <a:ea typeface="Arial"/>
                <a:cs typeface="Arial"/>
              </a:defRPr>
            </a:lvl1pPr>
            <a:lvl2pPr algn="l">
              <a:defRPr sz="2175" b="1">
                <a:solidFill>
                  <a:srgbClr val="20304E"/>
                </a:solidFill>
                <a:latin typeface="Arial"/>
                <a:ea typeface="Arial"/>
                <a:cs typeface="Arial"/>
              </a:defRPr>
            </a:lvl2pPr>
            <a:lvl3pPr algn="l">
              <a:defRPr sz="2175" b="1">
                <a:solidFill>
                  <a:srgbClr val="20304E"/>
                </a:solidFill>
                <a:latin typeface="Arial"/>
                <a:ea typeface="Arial"/>
                <a:cs typeface="Arial"/>
              </a:defRPr>
            </a:lvl3pPr>
            <a:lvl4pPr algn="l">
              <a:defRPr sz="2175" b="1">
                <a:solidFill>
                  <a:srgbClr val="20304E"/>
                </a:solidFill>
                <a:latin typeface="Arial"/>
                <a:ea typeface="Arial"/>
                <a:cs typeface="Arial"/>
              </a:defRPr>
            </a:lvl4pPr>
            <a:lvl5pPr algn="l">
              <a:defRPr sz="2175" b="1">
                <a:solidFill>
                  <a:srgbClr val="20304E"/>
                </a:solidFill>
                <a:latin typeface="Arial"/>
                <a:ea typeface="Arial"/>
                <a:cs typeface="Arial"/>
              </a:defRPr>
            </a:lvl5pPr>
            <a:lvl6pPr algn="l">
              <a:defRPr sz="2175" b="1">
                <a:solidFill>
                  <a:srgbClr val="20304E"/>
                </a:solidFill>
                <a:latin typeface="Arial"/>
                <a:ea typeface="Arial"/>
                <a:cs typeface="Arial"/>
              </a:defRPr>
            </a:lvl6pPr>
            <a:lvl7pPr algn="l">
              <a:defRPr sz="2175" b="1">
                <a:solidFill>
                  <a:srgbClr val="20304E"/>
                </a:solidFill>
                <a:latin typeface="Arial"/>
                <a:ea typeface="Arial"/>
                <a:cs typeface="Arial"/>
              </a:defRPr>
            </a:lvl7pPr>
            <a:lvl8pPr algn="l">
              <a:defRPr sz="2175" b="1">
                <a:solidFill>
                  <a:srgbClr val="20304E"/>
                </a:solidFill>
                <a:latin typeface="Arial"/>
                <a:ea typeface="Arial"/>
                <a:cs typeface="Arial"/>
              </a:defRPr>
            </a:lvl8pPr>
            <a:lvl9pPr algn="l">
              <a:defRPr sz="2175" b="1">
                <a:solidFill>
                  <a:srgbClr val="20304E"/>
                </a:solidFill>
                <a:latin typeface="Arial"/>
                <a:ea typeface="Arial"/>
                <a:cs typeface="Arial"/>
              </a:defRPr>
            </a:lvl9pPr>
          </a:lstStyle>
          <a:p xmlns:a="http://schemas.openxmlformats.org/drawingml/2006/main">
            <a:pPr algn="l">
              <a:defRPr sz="2175" b="1">
                <a:solidFill>
                  <a:srgbClr val="20304E"/>
                </a:solidFill>
                <a:latin typeface="Arial"/>
                <a:ea typeface="Arial"/>
                <a:cs typeface="Arial"/>
              </a:defRPr>
            </a:pPr>
            <a:r>
              <a:rPr sz="2175" b="1">
                <a:solidFill>
                  <a:srgbClr val="20304E"/>
                </a:solidFill>
                <a:latin typeface="Arial"/>
                <a:ea typeface="Arial"/>
                <a:cs typeface="Arial"/>
              </a:rPr>
              <a:t>Find a candidate</a:t>
            </a:r>
          </a:p>
        </p:txBody>
      </p:sp>
      <p:sp>
        <p:nvSpPr>
          <p:cNvPr id="8" name="problem-copy-01">
            <a:extLst xmlns:a="http://schemas.openxmlformats.org/drawingml/2006/main">
              <a:ext uri="{FF2B5EF4-FFF2-40B4-BE49-F238E27FC236}">
                <a16:creationId xmlns:a16="http://schemas.microsoft.com/office/drawing/2014/main" id="{19B9D810-4166-4F5A-BEE3-5EC1EA8B630A}"/>
              </a:ext>
            </a:extLst>
          </p:cNvPr>
          <p:cNvSpPr>
            <a:spLocks xmlns:a="http://schemas.openxmlformats.org/drawingml/2006/main" noGrp="1"/>
          </p:cNvSpPr>
          <p:nvPr/>
        </p:nvSpPr>
        <p:spPr>
          <a:xfrm xmlns:a="http://schemas.openxmlformats.org/drawingml/2006/main">
            <a:off x="685800" y="42767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5E6D86"/>
                </a:solidFill>
                <a:latin typeface="Arial"/>
                <a:ea typeface="Arial"/>
                <a:cs typeface="Arial"/>
              </a:defRPr>
            </a:defPPr>
            <a:lvl1pPr algn="l">
              <a:defRPr sz="1800" b="0">
                <a:solidFill>
                  <a:srgbClr val="5E6D86"/>
                </a:solidFill>
                <a:latin typeface="Arial"/>
                <a:ea typeface="Arial"/>
                <a:cs typeface="Arial"/>
              </a:defRPr>
            </a:lvl1pPr>
            <a:lvl2pPr algn="l">
              <a:defRPr sz="1800" b="0">
                <a:solidFill>
                  <a:srgbClr val="5E6D86"/>
                </a:solidFill>
                <a:latin typeface="Arial"/>
                <a:ea typeface="Arial"/>
                <a:cs typeface="Arial"/>
              </a:defRPr>
            </a:lvl2pPr>
            <a:lvl3pPr algn="l">
              <a:defRPr sz="1800" b="0">
                <a:solidFill>
                  <a:srgbClr val="5E6D86"/>
                </a:solidFill>
                <a:latin typeface="Arial"/>
                <a:ea typeface="Arial"/>
                <a:cs typeface="Arial"/>
              </a:defRPr>
            </a:lvl3pPr>
            <a:lvl4pPr algn="l">
              <a:defRPr sz="1800" b="0">
                <a:solidFill>
                  <a:srgbClr val="5E6D86"/>
                </a:solidFill>
                <a:latin typeface="Arial"/>
                <a:ea typeface="Arial"/>
                <a:cs typeface="Arial"/>
              </a:defRPr>
            </a:lvl4pPr>
            <a:lvl5pPr algn="l">
              <a:defRPr sz="1800" b="0">
                <a:solidFill>
                  <a:srgbClr val="5E6D86"/>
                </a:solidFill>
                <a:latin typeface="Arial"/>
                <a:ea typeface="Arial"/>
                <a:cs typeface="Arial"/>
              </a:defRPr>
            </a:lvl5pPr>
            <a:lvl6pPr algn="l">
              <a:defRPr sz="1800" b="0">
                <a:solidFill>
                  <a:srgbClr val="5E6D86"/>
                </a:solidFill>
                <a:latin typeface="Arial"/>
                <a:ea typeface="Arial"/>
                <a:cs typeface="Arial"/>
              </a:defRPr>
            </a:lvl6pPr>
            <a:lvl7pPr algn="l">
              <a:defRPr sz="1800" b="0">
                <a:solidFill>
                  <a:srgbClr val="5E6D86"/>
                </a:solidFill>
                <a:latin typeface="Arial"/>
                <a:ea typeface="Arial"/>
                <a:cs typeface="Arial"/>
              </a:defRPr>
            </a:lvl7pPr>
            <a:lvl8pPr algn="l">
              <a:defRPr sz="1800" b="0">
                <a:solidFill>
                  <a:srgbClr val="5E6D86"/>
                </a:solidFill>
                <a:latin typeface="Arial"/>
                <a:ea typeface="Arial"/>
                <a:cs typeface="Arial"/>
              </a:defRPr>
            </a:lvl8pPr>
            <a:lvl9pPr algn="l">
              <a:defRPr sz="1800" b="0">
                <a:solidFill>
                  <a:srgbClr val="5E6D86"/>
                </a:solidFill>
                <a:latin typeface="Arial"/>
                <a:ea typeface="Arial"/>
                <a:cs typeface="Arial"/>
              </a:defRPr>
            </a:lvl9pPr>
          </a:lstStyle>
          <a:p xmlns:a="http://schemas.openxmlformats.org/drawingml/2006/main">
            <a:pPr algn="l">
              <a:defRPr sz="1800" b="0">
                <a:solidFill>
                  <a:srgbClr val="5E6D86"/>
                </a:solidFill>
                <a:latin typeface="Arial"/>
                <a:ea typeface="Arial"/>
                <a:cs typeface="Arial"/>
              </a:defRPr>
            </a:pPr>
            <a:r>
              <a:rPr sz="1800" b="0">
                <a:solidFill>
                  <a:srgbClr val="5E6D86"/>
                </a:solidFill>
                <a:latin typeface="Arial"/>
                <a:ea typeface="Arial"/>
                <a:cs typeface="Arial"/>
              </a:rPr>
              <a:t>Screeners surface companies.</a:t>
            </a:r>
          </a:p>
          <a:p xmlns:a="http://schemas.openxmlformats.org/drawingml/2006/main">
            <a:pPr algn="l">
              <a:defRPr sz="1800" b="0">
                <a:solidFill>
                  <a:srgbClr val="5E6D86"/>
                </a:solidFill>
                <a:latin typeface="Arial"/>
                <a:ea typeface="Arial"/>
                <a:cs typeface="Arial"/>
              </a:defRPr>
            </a:pPr>
            <a:r>
              <a:rPr sz="1800" b="0">
                <a:solidFill>
                  <a:srgbClr val="5E6D86"/>
                </a:solidFill>
                <a:latin typeface="Arial"/>
                <a:ea typeface="Arial"/>
                <a:cs typeface="Arial"/>
              </a:rPr>
              <a:t>The shortlist keeps growing.</a:t>
            </a:r>
          </a:p>
        </p:txBody>
      </p:sp>
      <p:sp>
        <p:nvSpPr>
          <p:cNvPr id="9" name="problem-number-02">
            <a:extLst xmlns:a="http://schemas.openxmlformats.org/drawingml/2006/main">
              <a:ext uri="{FF2B5EF4-FFF2-40B4-BE49-F238E27FC236}">
                <a16:creationId xmlns:a16="http://schemas.microsoft.com/office/drawing/2014/main" id="{17143608-131C-4237-9E5A-B5D2CC3050AE}"/>
              </a:ext>
            </a:extLst>
          </p:cNvPr>
          <p:cNvSpPr>
            <a:spLocks xmlns:a="http://schemas.openxmlformats.org/drawingml/2006/main" noGrp="1"/>
          </p:cNvSpPr>
          <p:nvPr/>
        </p:nvSpPr>
        <p:spPr>
          <a:xfrm xmlns:a="http://schemas.openxmlformats.org/drawingml/2006/main">
            <a:off x="4305300" y="3048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4359E8"/>
                </a:solidFill>
                <a:latin typeface="Arial"/>
                <a:ea typeface="Arial"/>
                <a:cs typeface="Arial"/>
              </a:defRPr>
            </a:defPPr>
            <a:lvl1pPr algn="l">
              <a:defRPr sz="2025" b="1">
                <a:solidFill>
                  <a:srgbClr val="4359E8"/>
                </a:solidFill>
                <a:latin typeface="Arial"/>
                <a:ea typeface="Arial"/>
                <a:cs typeface="Arial"/>
              </a:defRPr>
            </a:lvl1pPr>
            <a:lvl2pPr algn="l">
              <a:defRPr sz="2025" b="1">
                <a:solidFill>
                  <a:srgbClr val="4359E8"/>
                </a:solidFill>
                <a:latin typeface="Arial"/>
                <a:ea typeface="Arial"/>
                <a:cs typeface="Arial"/>
              </a:defRPr>
            </a:lvl2pPr>
            <a:lvl3pPr algn="l">
              <a:defRPr sz="2025" b="1">
                <a:solidFill>
                  <a:srgbClr val="4359E8"/>
                </a:solidFill>
                <a:latin typeface="Arial"/>
                <a:ea typeface="Arial"/>
                <a:cs typeface="Arial"/>
              </a:defRPr>
            </a:lvl3pPr>
            <a:lvl4pPr algn="l">
              <a:defRPr sz="2025" b="1">
                <a:solidFill>
                  <a:srgbClr val="4359E8"/>
                </a:solidFill>
                <a:latin typeface="Arial"/>
                <a:ea typeface="Arial"/>
                <a:cs typeface="Arial"/>
              </a:defRPr>
            </a:lvl4pPr>
            <a:lvl5pPr algn="l">
              <a:defRPr sz="2025" b="1">
                <a:solidFill>
                  <a:srgbClr val="4359E8"/>
                </a:solidFill>
                <a:latin typeface="Arial"/>
                <a:ea typeface="Arial"/>
                <a:cs typeface="Arial"/>
              </a:defRPr>
            </a:lvl5pPr>
            <a:lvl6pPr algn="l">
              <a:defRPr sz="2025" b="1">
                <a:solidFill>
                  <a:srgbClr val="4359E8"/>
                </a:solidFill>
                <a:latin typeface="Arial"/>
                <a:ea typeface="Arial"/>
                <a:cs typeface="Arial"/>
              </a:defRPr>
            </a:lvl6pPr>
            <a:lvl7pPr algn="l">
              <a:defRPr sz="2025" b="1">
                <a:solidFill>
                  <a:srgbClr val="4359E8"/>
                </a:solidFill>
                <a:latin typeface="Arial"/>
                <a:ea typeface="Arial"/>
                <a:cs typeface="Arial"/>
              </a:defRPr>
            </a:lvl7pPr>
            <a:lvl8pPr algn="l">
              <a:defRPr sz="2025" b="1">
                <a:solidFill>
                  <a:srgbClr val="4359E8"/>
                </a:solidFill>
                <a:latin typeface="Arial"/>
                <a:ea typeface="Arial"/>
                <a:cs typeface="Arial"/>
              </a:defRPr>
            </a:lvl8pPr>
            <a:lvl9pPr algn="l">
              <a:defRPr sz="2025" b="1">
                <a:solidFill>
                  <a:srgbClr val="4359E8"/>
                </a:solidFill>
                <a:latin typeface="Arial"/>
                <a:ea typeface="Arial"/>
                <a:cs typeface="Arial"/>
              </a:defRPr>
            </a:lvl9pPr>
          </a:lstStyle>
          <a:p xmlns:a="http://schemas.openxmlformats.org/drawingml/2006/main">
            <a:pPr algn="l">
              <a:defRPr sz="2025" b="1">
                <a:solidFill>
                  <a:srgbClr val="4359E8"/>
                </a:solidFill>
                <a:latin typeface="Arial"/>
                <a:ea typeface="Arial"/>
                <a:cs typeface="Arial"/>
              </a:defRPr>
            </a:pPr>
            <a:r>
              <a:rPr sz="2025" b="1">
                <a:solidFill>
                  <a:srgbClr val="4359E8"/>
                </a:solidFill>
                <a:latin typeface="Arial"/>
                <a:ea typeface="Arial"/>
                <a:cs typeface="Arial"/>
              </a:rPr>
              <a:t>02</a:t>
            </a:r>
          </a:p>
        </p:txBody>
      </p:sp>
      <p:sp>
        <p:nvSpPr>
          <p:cNvPr id="10" name="problem-heading-02">
            <a:extLst xmlns:a="http://schemas.openxmlformats.org/drawingml/2006/main">
              <a:ext uri="{FF2B5EF4-FFF2-40B4-BE49-F238E27FC236}">
                <a16:creationId xmlns:a16="http://schemas.microsoft.com/office/drawing/2014/main" id="{226CB7EE-4AC5-4E71-AA11-76AA77D2AA15}"/>
              </a:ext>
            </a:extLst>
          </p:cNvPr>
          <p:cNvSpPr>
            <a:spLocks xmlns:a="http://schemas.openxmlformats.org/drawingml/2006/main" noGrp="1"/>
          </p:cNvSpPr>
          <p:nvPr/>
        </p:nvSpPr>
        <p:spPr>
          <a:xfrm xmlns:a="http://schemas.openxmlformats.org/drawingml/2006/main">
            <a:off x="4305300" y="36480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20304E"/>
                </a:solidFill>
                <a:latin typeface="Arial"/>
                <a:ea typeface="Arial"/>
                <a:cs typeface="Arial"/>
              </a:defRPr>
            </a:defPPr>
            <a:lvl1pPr algn="l">
              <a:defRPr sz="2175" b="1">
                <a:solidFill>
                  <a:srgbClr val="20304E"/>
                </a:solidFill>
                <a:latin typeface="Arial"/>
                <a:ea typeface="Arial"/>
                <a:cs typeface="Arial"/>
              </a:defRPr>
            </a:lvl1pPr>
            <a:lvl2pPr algn="l">
              <a:defRPr sz="2175" b="1">
                <a:solidFill>
                  <a:srgbClr val="20304E"/>
                </a:solidFill>
                <a:latin typeface="Arial"/>
                <a:ea typeface="Arial"/>
                <a:cs typeface="Arial"/>
              </a:defRPr>
            </a:lvl2pPr>
            <a:lvl3pPr algn="l">
              <a:defRPr sz="2175" b="1">
                <a:solidFill>
                  <a:srgbClr val="20304E"/>
                </a:solidFill>
                <a:latin typeface="Arial"/>
                <a:ea typeface="Arial"/>
                <a:cs typeface="Arial"/>
              </a:defRPr>
            </a:lvl3pPr>
            <a:lvl4pPr algn="l">
              <a:defRPr sz="2175" b="1">
                <a:solidFill>
                  <a:srgbClr val="20304E"/>
                </a:solidFill>
                <a:latin typeface="Arial"/>
                <a:ea typeface="Arial"/>
                <a:cs typeface="Arial"/>
              </a:defRPr>
            </a:lvl4pPr>
            <a:lvl5pPr algn="l">
              <a:defRPr sz="2175" b="1">
                <a:solidFill>
                  <a:srgbClr val="20304E"/>
                </a:solidFill>
                <a:latin typeface="Arial"/>
                <a:ea typeface="Arial"/>
                <a:cs typeface="Arial"/>
              </a:defRPr>
            </a:lvl5pPr>
            <a:lvl6pPr algn="l">
              <a:defRPr sz="2175" b="1">
                <a:solidFill>
                  <a:srgbClr val="20304E"/>
                </a:solidFill>
                <a:latin typeface="Arial"/>
                <a:ea typeface="Arial"/>
                <a:cs typeface="Arial"/>
              </a:defRPr>
            </a:lvl6pPr>
            <a:lvl7pPr algn="l">
              <a:defRPr sz="2175" b="1">
                <a:solidFill>
                  <a:srgbClr val="20304E"/>
                </a:solidFill>
                <a:latin typeface="Arial"/>
                <a:ea typeface="Arial"/>
                <a:cs typeface="Arial"/>
              </a:defRPr>
            </a:lvl7pPr>
            <a:lvl8pPr algn="l">
              <a:defRPr sz="2175" b="1">
                <a:solidFill>
                  <a:srgbClr val="20304E"/>
                </a:solidFill>
                <a:latin typeface="Arial"/>
                <a:ea typeface="Arial"/>
                <a:cs typeface="Arial"/>
              </a:defRPr>
            </a:lvl8pPr>
            <a:lvl9pPr algn="l">
              <a:defRPr sz="2175" b="1">
                <a:solidFill>
                  <a:srgbClr val="20304E"/>
                </a:solidFill>
                <a:latin typeface="Arial"/>
                <a:ea typeface="Arial"/>
                <a:cs typeface="Arial"/>
              </a:defRPr>
            </a:lvl9pPr>
          </a:lstStyle>
          <a:p xmlns:a="http://schemas.openxmlformats.org/drawingml/2006/main">
            <a:pPr algn="l">
              <a:defRPr sz="2175" b="1">
                <a:solidFill>
                  <a:srgbClr val="20304E"/>
                </a:solidFill>
                <a:latin typeface="Arial"/>
                <a:ea typeface="Arial"/>
                <a:cs typeface="Arial"/>
              </a:defRPr>
            </a:pPr>
            <a:r>
              <a:rPr sz="2175" b="1">
                <a:solidFill>
                  <a:srgbClr val="20304E"/>
                </a:solidFill>
                <a:latin typeface="Arial"/>
                <a:ea typeface="Arial"/>
                <a:cs typeface="Arial"/>
              </a:rPr>
              <a:t>Challenge the case</a:t>
            </a:r>
          </a:p>
        </p:txBody>
      </p:sp>
      <p:sp>
        <p:nvSpPr>
          <p:cNvPr id="11" name="problem-copy-02">
            <a:extLst xmlns:a="http://schemas.openxmlformats.org/drawingml/2006/main">
              <a:ext uri="{FF2B5EF4-FFF2-40B4-BE49-F238E27FC236}">
                <a16:creationId xmlns:a16="http://schemas.microsoft.com/office/drawing/2014/main" id="{0ED7A964-DCE4-4FE6-BFCF-72B1E2F92DC1}"/>
              </a:ext>
            </a:extLst>
          </p:cNvPr>
          <p:cNvSpPr>
            <a:spLocks xmlns:a="http://schemas.openxmlformats.org/drawingml/2006/main" noGrp="1"/>
          </p:cNvSpPr>
          <p:nvPr/>
        </p:nvSpPr>
        <p:spPr>
          <a:xfrm xmlns:a="http://schemas.openxmlformats.org/drawingml/2006/main">
            <a:off x="4305300" y="42767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5E6D86"/>
                </a:solidFill>
                <a:latin typeface="Arial"/>
                <a:ea typeface="Arial"/>
                <a:cs typeface="Arial"/>
              </a:defRPr>
            </a:defPPr>
            <a:lvl1pPr algn="l">
              <a:defRPr sz="1800" b="0">
                <a:solidFill>
                  <a:srgbClr val="5E6D86"/>
                </a:solidFill>
                <a:latin typeface="Arial"/>
                <a:ea typeface="Arial"/>
                <a:cs typeface="Arial"/>
              </a:defRPr>
            </a:lvl1pPr>
            <a:lvl2pPr algn="l">
              <a:defRPr sz="1800" b="0">
                <a:solidFill>
                  <a:srgbClr val="5E6D86"/>
                </a:solidFill>
                <a:latin typeface="Arial"/>
                <a:ea typeface="Arial"/>
                <a:cs typeface="Arial"/>
              </a:defRPr>
            </a:lvl2pPr>
            <a:lvl3pPr algn="l">
              <a:defRPr sz="1800" b="0">
                <a:solidFill>
                  <a:srgbClr val="5E6D86"/>
                </a:solidFill>
                <a:latin typeface="Arial"/>
                <a:ea typeface="Arial"/>
                <a:cs typeface="Arial"/>
              </a:defRPr>
            </a:lvl3pPr>
            <a:lvl4pPr algn="l">
              <a:defRPr sz="1800" b="0">
                <a:solidFill>
                  <a:srgbClr val="5E6D86"/>
                </a:solidFill>
                <a:latin typeface="Arial"/>
                <a:ea typeface="Arial"/>
                <a:cs typeface="Arial"/>
              </a:defRPr>
            </a:lvl4pPr>
            <a:lvl5pPr algn="l">
              <a:defRPr sz="1800" b="0">
                <a:solidFill>
                  <a:srgbClr val="5E6D86"/>
                </a:solidFill>
                <a:latin typeface="Arial"/>
                <a:ea typeface="Arial"/>
                <a:cs typeface="Arial"/>
              </a:defRPr>
            </a:lvl5pPr>
            <a:lvl6pPr algn="l">
              <a:defRPr sz="1800" b="0">
                <a:solidFill>
                  <a:srgbClr val="5E6D86"/>
                </a:solidFill>
                <a:latin typeface="Arial"/>
                <a:ea typeface="Arial"/>
                <a:cs typeface="Arial"/>
              </a:defRPr>
            </a:lvl6pPr>
            <a:lvl7pPr algn="l">
              <a:defRPr sz="1800" b="0">
                <a:solidFill>
                  <a:srgbClr val="5E6D86"/>
                </a:solidFill>
                <a:latin typeface="Arial"/>
                <a:ea typeface="Arial"/>
                <a:cs typeface="Arial"/>
              </a:defRPr>
            </a:lvl7pPr>
            <a:lvl8pPr algn="l">
              <a:defRPr sz="1800" b="0">
                <a:solidFill>
                  <a:srgbClr val="5E6D86"/>
                </a:solidFill>
                <a:latin typeface="Arial"/>
                <a:ea typeface="Arial"/>
                <a:cs typeface="Arial"/>
              </a:defRPr>
            </a:lvl8pPr>
            <a:lvl9pPr algn="l">
              <a:defRPr sz="1800" b="0">
                <a:solidFill>
                  <a:srgbClr val="5E6D86"/>
                </a:solidFill>
                <a:latin typeface="Arial"/>
                <a:ea typeface="Arial"/>
                <a:cs typeface="Arial"/>
              </a:defRPr>
            </a:lvl9pPr>
          </a:lstStyle>
          <a:p xmlns:a="http://schemas.openxmlformats.org/drawingml/2006/main">
            <a:pPr algn="l">
              <a:defRPr sz="1800" b="0">
                <a:solidFill>
                  <a:srgbClr val="5E6D86"/>
                </a:solidFill>
                <a:latin typeface="Arial"/>
                <a:ea typeface="Arial"/>
                <a:cs typeface="Arial"/>
              </a:defRPr>
            </a:pPr>
            <a:r>
              <a:rPr sz="1800" b="0">
                <a:solidFill>
                  <a:srgbClr val="5E6D86"/>
                </a:solidFill>
                <a:latin typeface="Arial"/>
                <a:ea typeface="Arial"/>
                <a:cs typeface="Arial"/>
              </a:rPr>
              <a:t>A persuasive explanation can</a:t>
            </a:r>
          </a:p>
          <a:p xmlns:a="http://schemas.openxmlformats.org/drawingml/2006/main">
            <a:pPr algn="l">
              <a:defRPr sz="1800" b="0">
                <a:solidFill>
                  <a:srgbClr val="5E6D86"/>
                </a:solidFill>
                <a:latin typeface="Arial"/>
                <a:ea typeface="Arial"/>
                <a:cs typeface="Arial"/>
              </a:defRPr>
            </a:pPr>
            <a:r>
              <a:rPr sz="1800" b="0">
                <a:solidFill>
                  <a:srgbClr val="5E6D86"/>
                </a:solidFill>
                <a:latin typeface="Arial"/>
                <a:ea typeface="Arial"/>
                <a:cs typeface="Arial"/>
              </a:rPr>
              <a:t>leave its weak assumptions hidden.</a:t>
            </a:r>
          </a:p>
        </p:txBody>
      </p:sp>
      <p:sp>
        <p:nvSpPr>
          <p:cNvPr id="12" name="problem-number-03">
            <a:extLst xmlns:a="http://schemas.openxmlformats.org/drawingml/2006/main">
              <a:ext uri="{FF2B5EF4-FFF2-40B4-BE49-F238E27FC236}">
                <a16:creationId xmlns:a16="http://schemas.microsoft.com/office/drawing/2014/main" id="{08D687B2-611A-4A3C-8CD7-C66A57E699CD}"/>
              </a:ext>
            </a:extLst>
          </p:cNvPr>
          <p:cNvSpPr>
            <a:spLocks xmlns:a="http://schemas.openxmlformats.org/drawingml/2006/main" noGrp="1"/>
          </p:cNvSpPr>
          <p:nvPr/>
        </p:nvSpPr>
        <p:spPr>
          <a:xfrm xmlns:a="http://schemas.openxmlformats.org/drawingml/2006/main">
            <a:off x="7924800" y="3048000"/>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4359E8"/>
                </a:solidFill>
                <a:latin typeface="Arial"/>
                <a:ea typeface="Arial"/>
                <a:cs typeface="Arial"/>
              </a:defRPr>
            </a:defPPr>
            <a:lvl1pPr algn="l">
              <a:defRPr sz="2025" b="1">
                <a:solidFill>
                  <a:srgbClr val="4359E8"/>
                </a:solidFill>
                <a:latin typeface="Arial"/>
                <a:ea typeface="Arial"/>
                <a:cs typeface="Arial"/>
              </a:defRPr>
            </a:lvl1pPr>
            <a:lvl2pPr algn="l">
              <a:defRPr sz="2025" b="1">
                <a:solidFill>
                  <a:srgbClr val="4359E8"/>
                </a:solidFill>
                <a:latin typeface="Arial"/>
                <a:ea typeface="Arial"/>
                <a:cs typeface="Arial"/>
              </a:defRPr>
            </a:lvl2pPr>
            <a:lvl3pPr algn="l">
              <a:defRPr sz="2025" b="1">
                <a:solidFill>
                  <a:srgbClr val="4359E8"/>
                </a:solidFill>
                <a:latin typeface="Arial"/>
                <a:ea typeface="Arial"/>
                <a:cs typeface="Arial"/>
              </a:defRPr>
            </a:lvl3pPr>
            <a:lvl4pPr algn="l">
              <a:defRPr sz="2025" b="1">
                <a:solidFill>
                  <a:srgbClr val="4359E8"/>
                </a:solidFill>
                <a:latin typeface="Arial"/>
                <a:ea typeface="Arial"/>
                <a:cs typeface="Arial"/>
              </a:defRPr>
            </a:lvl4pPr>
            <a:lvl5pPr algn="l">
              <a:defRPr sz="2025" b="1">
                <a:solidFill>
                  <a:srgbClr val="4359E8"/>
                </a:solidFill>
                <a:latin typeface="Arial"/>
                <a:ea typeface="Arial"/>
                <a:cs typeface="Arial"/>
              </a:defRPr>
            </a:lvl5pPr>
            <a:lvl6pPr algn="l">
              <a:defRPr sz="2025" b="1">
                <a:solidFill>
                  <a:srgbClr val="4359E8"/>
                </a:solidFill>
                <a:latin typeface="Arial"/>
                <a:ea typeface="Arial"/>
                <a:cs typeface="Arial"/>
              </a:defRPr>
            </a:lvl6pPr>
            <a:lvl7pPr algn="l">
              <a:defRPr sz="2025" b="1">
                <a:solidFill>
                  <a:srgbClr val="4359E8"/>
                </a:solidFill>
                <a:latin typeface="Arial"/>
                <a:ea typeface="Arial"/>
                <a:cs typeface="Arial"/>
              </a:defRPr>
            </a:lvl7pPr>
            <a:lvl8pPr algn="l">
              <a:defRPr sz="2025" b="1">
                <a:solidFill>
                  <a:srgbClr val="4359E8"/>
                </a:solidFill>
                <a:latin typeface="Arial"/>
                <a:ea typeface="Arial"/>
                <a:cs typeface="Arial"/>
              </a:defRPr>
            </a:lvl8pPr>
            <a:lvl9pPr algn="l">
              <a:defRPr sz="2025" b="1">
                <a:solidFill>
                  <a:srgbClr val="4359E8"/>
                </a:solidFill>
                <a:latin typeface="Arial"/>
                <a:ea typeface="Arial"/>
                <a:cs typeface="Arial"/>
              </a:defRPr>
            </a:lvl9pPr>
          </a:lstStyle>
          <a:p xmlns:a="http://schemas.openxmlformats.org/drawingml/2006/main">
            <a:pPr algn="l">
              <a:defRPr sz="2025" b="1">
                <a:solidFill>
                  <a:srgbClr val="4359E8"/>
                </a:solidFill>
                <a:latin typeface="Arial"/>
                <a:ea typeface="Arial"/>
                <a:cs typeface="Arial"/>
              </a:defRPr>
            </a:pPr>
            <a:r>
              <a:rPr sz="2025" b="1">
                <a:solidFill>
                  <a:srgbClr val="4359E8"/>
                </a:solidFill>
                <a:latin typeface="Arial"/>
                <a:ea typeface="Arial"/>
                <a:cs typeface="Arial"/>
              </a:rPr>
              <a:t>03</a:t>
            </a:r>
          </a:p>
        </p:txBody>
      </p:sp>
      <p:sp>
        <p:nvSpPr>
          <p:cNvPr id="13" name="problem-heading-03">
            <a:extLst xmlns:a="http://schemas.openxmlformats.org/drawingml/2006/main">
              <a:ext uri="{FF2B5EF4-FFF2-40B4-BE49-F238E27FC236}">
                <a16:creationId xmlns:a16="http://schemas.microsoft.com/office/drawing/2014/main" id="{25B5D4DD-19C1-4C02-A808-CBD919FA6732}"/>
              </a:ext>
            </a:extLst>
          </p:cNvPr>
          <p:cNvSpPr>
            <a:spLocks xmlns:a="http://schemas.openxmlformats.org/drawingml/2006/main" noGrp="1"/>
          </p:cNvSpPr>
          <p:nvPr/>
        </p:nvSpPr>
        <p:spPr>
          <a:xfrm xmlns:a="http://schemas.openxmlformats.org/drawingml/2006/main">
            <a:off x="7924800" y="36480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20304E"/>
                </a:solidFill>
                <a:latin typeface="Arial"/>
                <a:ea typeface="Arial"/>
                <a:cs typeface="Arial"/>
              </a:defRPr>
            </a:defPPr>
            <a:lvl1pPr algn="l">
              <a:defRPr sz="2175" b="1">
                <a:solidFill>
                  <a:srgbClr val="20304E"/>
                </a:solidFill>
                <a:latin typeface="Arial"/>
                <a:ea typeface="Arial"/>
                <a:cs typeface="Arial"/>
              </a:defRPr>
            </a:lvl1pPr>
            <a:lvl2pPr algn="l">
              <a:defRPr sz="2175" b="1">
                <a:solidFill>
                  <a:srgbClr val="20304E"/>
                </a:solidFill>
                <a:latin typeface="Arial"/>
                <a:ea typeface="Arial"/>
                <a:cs typeface="Arial"/>
              </a:defRPr>
            </a:lvl2pPr>
            <a:lvl3pPr algn="l">
              <a:defRPr sz="2175" b="1">
                <a:solidFill>
                  <a:srgbClr val="20304E"/>
                </a:solidFill>
                <a:latin typeface="Arial"/>
                <a:ea typeface="Arial"/>
                <a:cs typeface="Arial"/>
              </a:defRPr>
            </a:lvl3pPr>
            <a:lvl4pPr algn="l">
              <a:defRPr sz="2175" b="1">
                <a:solidFill>
                  <a:srgbClr val="20304E"/>
                </a:solidFill>
                <a:latin typeface="Arial"/>
                <a:ea typeface="Arial"/>
                <a:cs typeface="Arial"/>
              </a:defRPr>
            </a:lvl4pPr>
            <a:lvl5pPr algn="l">
              <a:defRPr sz="2175" b="1">
                <a:solidFill>
                  <a:srgbClr val="20304E"/>
                </a:solidFill>
                <a:latin typeface="Arial"/>
                <a:ea typeface="Arial"/>
                <a:cs typeface="Arial"/>
              </a:defRPr>
            </a:lvl5pPr>
            <a:lvl6pPr algn="l">
              <a:defRPr sz="2175" b="1">
                <a:solidFill>
                  <a:srgbClr val="20304E"/>
                </a:solidFill>
                <a:latin typeface="Arial"/>
                <a:ea typeface="Arial"/>
                <a:cs typeface="Arial"/>
              </a:defRPr>
            </a:lvl6pPr>
            <a:lvl7pPr algn="l">
              <a:defRPr sz="2175" b="1">
                <a:solidFill>
                  <a:srgbClr val="20304E"/>
                </a:solidFill>
                <a:latin typeface="Arial"/>
                <a:ea typeface="Arial"/>
                <a:cs typeface="Arial"/>
              </a:defRPr>
            </a:lvl7pPr>
            <a:lvl8pPr algn="l">
              <a:defRPr sz="2175" b="1">
                <a:solidFill>
                  <a:srgbClr val="20304E"/>
                </a:solidFill>
                <a:latin typeface="Arial"/>
                <a:ea typeface="Arial"/>
                <a:cs typeface="Arial"/>
              </a:defRPr>
            </a:lvl8pPr>
            <a:lvl9pPr algn="l">
              <a:defRPr sz="2175" b="1">
                <a:solidFill>
                  <a:srgbClr val="20304E"/>
                </a:solidFill>
                <a:latin typeface="Arial"/>
                <a:ea typeface="Arial"/>
                <a:cs typeface="Arial"/>
              </a:defRPr>
            </a:lvl9pPr>
          </a:lstStyle>
          <a:p xmlns:a="http://schemas.openxmlformats.org/drawingml/2006/main">
            <a:pPr algn="l">
              <a:defRPr sz="2175" b="1">
                <a:solidFill>
                  <a:srgbClr val="20304E"/>
                </a:solidFill>
                <a:latin typeface="Arial"/>
                <a:ea typeface="Arial"/>
                <a:cs typeface="Arial"/>
              </a:defRPr>
            </a:pPr>
            <a:r>
              <a:rPr sz="2175" b="1">
                <a:solidFill>
                  <a:srgbClr val="20304E"/>
                </a:solidFill>
                <a:latin typeface="Arial"/>
                <a:ea typeface="Arial"/>
                <a:cs typeface="Arial"/>
              </a:rPr>
              <a:t>Remember the decision</a:t>
            </a:r>
          </a:p>
        </p:txBody>
      </p:sp>
      <p:sp>
        <p:nvSpPr>
          <p:cNvPr id="14" name="problem-copy-03">
            <a:extLst xmlns:a="http://schemas.openxmlformats.org/drawingml/2006/main">
              <a:ext uri="{FF2B5EF4-FFF2-40B4-BE49-F238E27FC236}">
                <a16:creationId xmlns:a16="http://schemas.microsoft.com/office/drawing/2014/main" id="{10533DB6-02AA-4DFF-AB52-199DBCF41CF6}"/>
              </a:ext>
            </a:extLst>
          </p:cNvPr>
          <p:cNvSpPr>
            <a:spLocks xmlns:a="http://schemas.openxmlformats.org/drawingml/2006/main" noGrp="1"/>
          </p:cNvSpPr>
          <p:nvPr/>
        </p:nvSpPr>
        <p:spPr>
          <a:xfrm xmlns:a="http://schemas.openxmlformats.org/drawingml/2006/main">
            <a:off x="7924800" y="42767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5E6D86"/>
                </a:solidFill>
                <a:latin typeface="Arial"/>
                <a:ea typeface="Arial"/>
                <a:cs typeface="Arial"/>
              </a:defRPr>
            </a:defPPr>
            <a:lvl1pPr algn="l">
              <a:defRPr sz="1800" b="0">
                <a:solidFill>
                  <a:srgbClr val="5E6D86"/>
                </a:solidFill>
                <a:latin typeface="Arial"/>
                <a:ea typeface="Arial"/>
                <a:cs typeface="Arial"/>
              </a:defRPr>
            </a:lvl1pPr>
            <a:lvl2pPr algn="l">
              <a:defRPr sz="1800" b="0">
                <a:solidFill>
                  <a:srgbClr val="5E6D86"/>
                </a:solidFill>
                <a:latin typeface="Arial"/>
                <a:ea typeface="Arial"/>
                <a:cs typeface="Arial"/>
              </a:defRPr>
            </a:lvl2pPr>
            <a:lvl3pPr algn="l">
              <a:defRPr sz="1800" b="0">
                <a:solidFill>
                  <a:srgbClr val="5E6D86"/>
                </a:solidFill>
                <a:latin typeface="Arial"/>
                <a:ea typeface="Arial"/>
                <a:cs typeface="Arial"/>
              </a:defRPr>
            </a:lvl3pPr>
            <a:lvl4pPr algn="l">
              <a:defRPr sz="1800" b="0">
                <a:solidFill>
                  <a:srgbClr val="5E6D86"/>
                </a:solidFill>
                <a:latin typeface="Arial"/>
                <a:ea typeface="Arial"/>
                <a:cs typeface="Arial"/>
              </a:defRPr>
            </a:lvl4pPr>
            <a:lvl5pPr algn="l">
              <a:defRPr sz="1800" b="0">
                <a:solidFill>
                  <a:srgbClr val="5E6D86"/>
                </a:solidFill>
                <a:latin typeface="Arial"/>
                <a:ea typeface="Arial"/>
                <a:cs typeface="Arial"/>
              </a:defRPr>
            </a:lvl5pPr>
            <a:lvl6pPr algn="l">
              <a:defRPr sz="1800" b="0">
                <a:solidFill>
                  <a:srgbClr val="5E6D86"/>
                </a:solidFill>
                <a:latin typeface="Arial"/>
                <a:ea typeface="Arial"/>
                <a:cs typeface="Arial"/>
              </a:defRPr>
            </a:lvl6pPr>
            <a:lvl7pPr algn="l">
              <a:defRPr sz="1800" b="0">
                <a:solidFill>
                  <a:srgbClr val="5E6D86"/>
                </a:solidFill>
                <a:latin typeface="Arial"/>
                <a:ea typeface="Arial"/>
                <a:cs typeface="Arial"/>
              </a:defRPr>
            </a:lvl7pPr>
            <a:lvl8pPr algn="l">
              <a:defRPr sz="1800" b="0">
                <a:solidFill>
                  <a:srgbClr val="5E6D86"/>
                </a:solidFill>
                <a:latin typeface="Arial"/>
                <a:ea typeface="Arial"/>
                <a:cs typeface="Arial"/>
              </a:defRPr>
            </a:lvl8pPr>
            <a:lvl9pPr algn="l">
              <a:defRPr sz="1800" b="0">
                <a:solidFill>
                  <a:srgbClr val="5E6D86"/>
                </a:solidFill>
                <a:latin typeface="Arial"/>
                <a:ea typeface="Arial"/>
                <a:cs typeface="Arial"/>
              </a:defRPr>
            </a:lvl9pPr>
          </a:lstStyle>
          <a:p xmlns:a="http://schemas.openxmlformats.org/drawingml/2006/main">
            <a:pPr algn="l">
              <a:defRPr sz="1800" b="0">
                <a:solidFill>
                  <a:srgbClr val="5E6D86"/>
                </a:solidFill>
                <a:latin typeface="Arial"/>
                <a:ea typeface="Arial"/>
                <a:cs typeface="Arial"/>
              </a:defRPr>
            </a:pPr>
            <a:r>
              <a:rPr sz="1800" b="0">
                <a:solidFill>
                  <a:srgbClr val="5E6D86"/>
                </a:solidFill>
                <a:latin typeface="Arial"/>
                <a:ea typeface="Arial"/>
                <a:cs typeface="Arial"/>
              </a:rPr>
              <a:t>Risk limits, rejected alternatives</a:t>
            </a:r>
          </a:p>
          <a:p xmlns:a="http://schemas.openxmlformats.org/drawingml/2006/main">
            <a:pPr algn="l">
              <a:defRPr sz="1800" b="0">
                <a:solidFill>
                  <a:srgbClr val="5E6D86"/>
                </a:solidFill>
                <a:latin typeface="Arial"/>
                <a:ea typeface="Arial"/>
                <a:cs typeface="Arial"/>
              </a:defRPr>
            </a:pPr>
            <a:r>
              <a:rPr sz="1800" b="0">
                <a:solidFill>
                  <a:srgbClr val="5E6D86"/>
                </a:solidFill>
                <a:latin typeface="Arial"/>
                <a:ea typeface="Arial"/>
                <a:cs typeface="Arial"/>
              </a:rPr>
              <a:t>and invalidation triggers get lost.</a:t>
            </a:r>
          </a:p>
        </p:txBody>
      </p:sp>
      <p:sp>
        <p:nvSpPr>
          <p:cNvPr id="15" name="problem-question">
            <a:extLst xmlns:a="http://schemas.openxmlformats.org/drawingml/2006/main">
              <a:ext uri="{FF2B5EF4-FFF2-40B4-BE49-F238E27FC236}">
                <a16:creationId xmlns:a16="http://schemas.microsoft.com/office/drawing/2014/main" id="{BA0396EF-DD80-4211-A24C-57059E8EBF7B}"/>
              </a:ext>
            </a:extLst>
          </p:cNvPr>
          <p:cNvSpPr>
            <a:spLocks xmlns:a="http://schemas.openxmlformats.org/drawingml/2006/main" noGrp="1"/>
          </p:cNvSpPr>
          <p:nvPr/>
        </p:nvSpPr>
        <p:spPr>
          <a:xfrm xmlns:a="http://schemas.openxmlformats.org/drawingml/2006/main">
            <a:off x="685800" y="56102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20304E"/>
                </a:solidFill>
                <a:latin typeface="Arial"/>
                <a:ea typeface="Arial"/>
                <a:cs typeface="Arial"/>
              </a:defRPr>
            </a:defPPr>
            <a:lvl1pPr algn="l">
              <a:defRPr sz="2175" b="1">
                <a:solidFill>
                  <a:srgbClr val="20304E"/>
                </a:solidFill>
                <a:latin typeface="Arial"/>
                <a:ea typeface="Arial"/>
                <a:cs typeface="Arial"/>
              </a:defRPr>
            </a:lvl1pPr>
            <a:lvl2pPr algn="l">
              <a:defRPr sz="2175" b="1">
                <a:solidFill>
                  <a:srgbClr val="20304E"/>
                </a:solidFill>
                <a:latin typeface="Arial"/>
                <a:ea typeface="Arial"/>
                <a:cs typeface="Arial"/>
              </a:defRPr>
            </a:lvl2pPr>
            <a:lvl3pPr algn="l">
              <a:defRPr sz="2175" b="1">
                <a:solidFill>
                  <a:srgbClr val="20304E"/>
                </a:solidFill>
                <a:latin typeface="Arial"/>
                <a:ea typeface="Arial"/>
                <a:cs typeface="Arial"/>
              </a:defRPr>
            </a:lvl3pPr>
            <a:lvl4pPr algn="l">
              <a:defRPr sz="2175" b="1">
                <a:solidFill>
                  <a:srgbClr val="20304E"/>
                </a:solidFill>
                <a:latin typeface="Arial"/>
                <a:ea typeface="Arial"/>
                <a:cs typeface="Arial"/>
              </a:defRPr>
            </a:lvl4pPr>
            <a:lvl5pPr algn="l">
              <a:defRPr sz="2175" b="1">
                <a:solidFill>
                  <a:srgbClr val="20304E"/>
                </a:solidFill>
                <a:latin typeface="Arial"/>
                <a:ea typeface="Arial"/>
                <a:cs typeface="Arial"/>
              </a:defRPr>
            </a:lvl5pPr>
            <a:lvl6pPr algn="l">
              <a:defRPr sz="2175" b="1">
                <a:solidFill>
                  <a:srgbClr val="20304E"/>
                </a:solidFill>
                <a:latin typeface="Arial"/>
                <a:ea typeface="Arial"/>
                <a:cs typeface="Arial"/>
              </a:defRPr>
            </a:lvl6pPr>
            <a:lvl7pPr algn="l">
              <a:defRPr sz="2175" b="1">
                <a:solidFill>
                  <a:srgbClr val="20304E"/>
                </a:solidFill>
                <a:latin typeface="Arial"/>
                <a:ea typeface="Arial"/>
                <a:cs typeface="Arial"/>
              </a:defRPr>
            </a:lvl7pPr>
            <a:lvl8pPr algn="l">
              <a:defRPr sz="2175" b="1">
                <a:solidFill>
                  <a:srgbClr val="20304E"/>
                </a:solidFill>
                <a:latin typeface="Arial"/>
                <a:ea typeface="Arial"/>
                <a:cs typeface="Arial"/>
              </a:defRPr>
            </a:lvl8pPr>
            <a:lvl9pPr algn="l">
              <a:defRPr sz="2175" b="1">
                <a:solidFill>
                  <a:srgbClr val="20304E"/>
                </a:solidFill>
                <a:latin typeface="Arial"/>
                <a:ea typeface="Arial"/>
                <a:cs typeface="Arial"/>
              </a:defRPr>
            </a:lvl9pPr>
          </a:lstStyle>
          <a:p xmlns:a="http://schemas.openxmlformats.org/drawingml/2006/main">
            <a:pPr algn="l">
              <a:defRPr sz="2175" b="1">
                <a:solidFill>
                  <a:srgbClr val="20304E"/>
                </a:solidFill>
                <a:latin typeface="Arial"/>
                <a:ea typeface="Arial"/>
                <a:cs typeface="Arial"/>
              </a:defRPr>
            </a:pPr>
            <a:r>
              <a:rPr sz="2175" b="1">
                <a:solidFill>
                  <a:srgbClr val="20304E"/>
                </a:solidFill>
                <a:latin typeface="Arial"/>
                <a:ea typeface="Arial"/>
                <a:cs typeface="Arial"/>
              </a:rPr>
              <a:t>“What fits my limits, and what would change my mind?”</a:t>
            </a:r>
          </a:p>
        </p:txBody>
      </p:sp>
    </p:spTree>
    <p:extLst>
      <p:ext uri="{BB962C8B-B14F-4D97-AF65-F5344CB8AC3E}">
        <p14:creationId xmlns:p14="http://schemas.microsoft.com/office/powerpoint/2010/main" val="1330649963"/>
      </p:ext>
    </p:extLst>
  </p:cSld>
</p:sld>
</file>

<file path=ppt/slides/slide3.xml><?xml version="1.0" encoding="utf-8"?>
<p:sld xmlns:p="http://schemas.openxmlformats.org/presentationml/2006/main">
  <p:cSld>
    <p:bg>
      <p:bgPr>
        <a:solidFill xmlns:a="http://schemas.openxmlformats.org/drawingml/2006/main">
          <a:srgbClr val="101C35"/>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B00B18B7-3BD1-49F6-94AD-ECED7C163B8C}"/>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brief becomes a reviewable decision.</a:t>
            </a:r>
          </a:p>
        </p:txBody>
      </p:sp>
      <p:sp>
        <p:nvSpPr>
          <p:cNvPr id="3" name="accent">
            <a:extLst xmlns:a="http://schemas.openxmlformats.org/drawingml/2006/main">
              <a:ext uri="{FF2B5EF4-FFF2-40B4-BE49-F238E27FC236}">
                <a16:creationId xmlns:a16="http://schemas.microsoft.com/office/drawing/2014/main" id="{F71E9E51-278A-48AB-8BC8-6FCBF8820919}"/>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4" name="folio">
            <a:extLst xmlns:a="http://schemas.openxmlformats.org/drawingml/2006/main">
              <a:ext uri="{FF2B5EF4-FFF2-40B4-BE49-F238E27FC236}">
                <a16:creationId xmlns:a16="http://schemas.microsoft.com/office/drawing/2014/main" id="{7390F1C4-02FF-4E7D-B109-149BBB07DD1E}"/>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93A3C4"/>
                </a:solidFill>
                <a:latin typeface="Arial"/>
                <a:ea typeface="Arial"/>
                <a:cs typeface="Arial"/>
              </a:defRPr>
            </a:defPPr>
            <a:lvl1pPr algn="l">
              <a:defRPr sz="1050" b="0">
                <a:solidFill>
                  <a:srgbClr val="93A3C4"/>
                </a:solidFill>
                <a:latin typeface="Arial"/>
                <a:ea typeface="Arial"/>
                <a:cs typeface="Arial"/>
              </a:defRPr>
            </a:lvl1pPr>
            <a:lvl2pPr algn="l">
              <a:defRPr sz="1050" b="0">
                <a:solidFill>
                  <a:srgbClr val="93A3C4"/>
                </a:solidFill>
                <a:latin typeface="Arial"/>
                <a:ea typeface="Arial"/>
                <a:cs typeface="Arial"/>
              </a:defRPr>
            </a:lvl2pPr>
            <a:lvl3pPr algn="l">
              <a:defRPr sz="1050" b="0">
                <a:solidFill>
                  <a:srgbClr val="93A3C4"/>
                </a:solidFill>
                <a:latin typeface="Arial"/>
                <a:ea typeface="Arial"/>
                <a:cs typeface="Arial"/>
              </a:defRPr>
            </a:lvl3pPr>
            <a:lvl4pPr algn="l">
              <a:defRPr sz="1050" b="0">
                <a:solidFill>
                  <a:srgbClr val="93A3C4"/>
                </a:solidFill>
                <a:latin typeface="Arial"/>
                <a:ea typeface="Arial"/>
                <a:cs typeface="Arial"/>
              </a:defRPr>
            </a:lvl4pPr>
            <a:lvl5pPr algn="l">
              <a:defRPr sz="1050" b="0">
                <a:solidFill>
                  <a:srgbClr val="93A3C4"/>
                </a:solidFill>
                <a:latin typeface="Arial"/>
                <a:ea typeface="Arial"/>
                <a:cs typeface="Arial"/>
              </a:defRPr>
            </a:lvl5pPr>
            <a:lvl6pPr algn="l">
              <a:defRPr sz="1050" b="0">
                <a:solidFill>
                  <a:srgbClr val="93A3C4"/>
                </a:solidFill>
                <a:latin typeface="Arial"/>
                <a:ea typeface="Arial"/>
                <a:cs typeface="Arial"/>
              </a:defRPr>
            </a:lvl6pPr>
            <a:lvl7pPr algn="l">
              <a:defRPr sz="1050" b="0">
                <a:solidFill>
                  <a:srgbClr val="93A3C4"/>
                </a:solidFill>
                <a:latin typeface="Arial"/>
                <a:ea typeface="Arial"/>
                <a:cs typeface="Arial"/>
              </a:defRPr>
            </a:lvl7pPr>
            <a:lvl8pPr algn="l">
              <a:defRPr sz="1050" b="0">
                <a:solidFill>
                  <a:srgbClr val="93A3C4"/>
                </a:solidFill>
                <a:latin typeface="Arial"/>
                <a:ea typeface="Arial"/>
                <a:cs typeface="Arial"/>
              </a:defRPr>
            </a:lvl8pPr>
            <a:lvl9pPr algn="l">
              <a:defRPr sz="1050" b="0">
                <a:solidFill>
                  <a:srgbClr val="93A3C4"/>
                </a:solidFill>
                <a:latin typeface="Arial"/>
                <a:ea typeface="Arial"/>
                <a:cs typeface="Arial"/>
              </a:defRPr>
            </a:lvl9pPr>
          </a:lstStyle>
          <a:p xmlns:a="http://schemas.openxmlformats.org/drawingml/2006/main">
            <a:pPr algn="l">
              <a:defRPr sz="1050" b="0">
                <a:solidFill>
                  <a:srgbClr val="93A3C4"/>
                </a:solidFill>
                <a:latin typeface="Arial"/>
                <a:ea typeface="Arial"/>
                <a:cs typeface="Arial"/>
              </a:defRPr>
            </a:pPr>
            <a:r>
              <a:rPr sz="1050" b="0">
                <a:solidFill>
                  <a:srgbClr val="93A3C4"/>
                </a:solidFill>
                <a:latin typeface="Arial"/>
                <a:ea typeface="Arial"/>
                <a:cs typeface="Arial"/>
              </a:rPr>
              <a:t>03</a:t>
            </a:r>
          </a:p>
        </p:txBody>
      </p:sp>
      <p:sp>
        <p:nvSpPr>
          <p:cNvPr id="5" name="product-caption">
            <a:extLst xmlns:a="http://schemas.openxmlformats.org/drawingml/2006/main">
              <a:ext uri="{FF2B5EF4-FFF2-40B4-BE49-F238E27FC236}">
                <a16:creationId xmlns:a16="http://schemas.microsoft.com/office/drawing/2014/main" id="{D9D2D439-D717-4BA5-9765-56877E95AF28}"/>
              </a:ext>
            </a:extLst>
          </p:cNvPr>
          <p:cNvSpPr>
            <a:spLocks xmlns:a="http://schemas.openxmlformats.org/drawingml/2006/main" noGrp="1"/>
          </p:cNvSpPr>
          <p:nvPr/>
        </p:nvSpPr>
        <p:spPr>
          <a:xfrm xmlns:a="http://schemas.openxmlformats.org/drawingml/2006/main">
            <a:off x="685800" y="1476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B9C6E9"/>
                </a:solidFill>
                <a:latin typeface="Arial"/>
                <a:ea typeface="Arial"/>
                <a:cs typeface="Arial"/>
              </a:defRPr>
            </a:defPPr>
            <a:lvl1pPr algn="l">
              <a:defRPr sz="1875" b="0">
                <a:solidFill>
                  <a:srgbClr val="B9C6E9"/>
                </a:solidFill>
                <a:latin typeface="Arial"/>
                <a:ea typeface="Arial"/>
                <a:cs typeface="Arial"/>
              </a:defRPr>
            </a:lvl1pPr>
            <a:lvl2pPr algn="l">
              <a:defRPr sz="1875" b="0">
                <a:solidFill>
                  <a:srgbClr val="B9C6E9"/>
                </a:solidFill>
                <a:latin typeface="Arial"/>
                <a:ea typeface="Arial"/>
                <a:cs typeface="Arial"/>
              </a:defRPr>
            </a:lvl2pPr>
            <a:lvl3pPr algn="l">
              <a:defRPr sz="1875" b="0">
                <a:solidFill>
                  <a:srgbClr val="B9C6E9"/>
                </a:solidFill>
                <a:latin typeface="Arial"/>
                <a:ea typeface="Arial"/>
                <a:cs typeface="Arial"/>
              </a:defRPr>
            </a:lvl3pPr>
            <a:lvl4pPr algn="l">
              <a:defRPr sz="1875" b="0">
                <a:solidFill>
                  <a:srgbClr val="B9C6E9"/>
                </a:solidFill>
                <a:latin typeface="Arial"/>
                <a:ea typeface="Arial"/>
                <a:cs typeface="Arial"/>
              </a:defRPr>
            </a:lvl4pPr>
            <a:lvl5pPr algn="l">
              <a:defRPr sz="1875" b="0">
                <a:solidFill>
                  <a:srgbClr val="B9C6E9"/>
                </a:solidFill>
                <a:latin typeface="Arial"/>
                <a:ea typeface="Arial"/>
                <a:cs typeface="Arial"/>
              </a:defRPr>
            </a:lvl5pPr>
            <a:lvl6pPr algn="l">
              <a:defRPr sz="1875" b="0">
                <a:solidFill>
                  <a:srgbClr val="B9C6E9"/>
                </a:solidFill>
                <a:latin typeface="Arial"/>
                <a:ea typeface="Arial"/>
                <a:cs typeface="Arial"/>
              </a:defRPr>
            </a:lvl6pPr>
            <a:lvl7pPr algn="l">
              <a:defRPr sz="1875" b="0">
                <a:solidFill>
                  <a:srgbClr val="B9C6E9"/>
                </a:solidFill>
                <a:latin typeface="Arial"/>
                <a:ea typeface="Arial"/>
                <a:cs typeface="Arial"/>
              </a:defRPr>
            </a:lvl7pPr>
            <a:lvl8pPr algn="l">
              <a:defRPr sz="1875" b="0">
                <a:solidFill>
                  <a:srgbClr val="B9C6E9"/>
                </a:solidFill>
                <a:latin typeface="Arial"/>
                <a:ea typeface="Arial"/>
                <a:cs typeface="Arial"/>
              </a:defRPr>
            </a:lvl8pPr>
            <a:lvl9pPr algn="l">
              <a:defRPr sz="1875" b="0">
                <a:solidFill>
                  <a:srgbClr val="B9C6E9"/>
                </a:solidFill>
                <a:latin typeface="Arial"/>
                <a:ea typeface="Arial"/>
                <a:cs typeface="Arial"/>
              </a:defRPr>
            </a:lvl9pPr>
          </a:lstStyle>
          <a:p xmlns:a="http://schemas.openxmlformats.org/drawingml/2006/main">
            <a:pPr algn="l">
              <a:defRPr sz="1875" b="0">
                <a:solidFill>
                  <a:srgbClr val="B9C6E9"/>
                </a:solidFill>
                <a:latin typeface="Arial"/>
                <a:ea typeface="Arial"/>
                <a:cs typeface="Arial"/>
              </a:defRPr>
            </a:pPr>
            <a:r>
              <a:rPr sz="1875" b="0">
                <a:solidFill>
                  <a:srgbClr val="B9C6E9"/>
                </a:solidFill>
                <a:latin typeface="Arial"/>
                <a:ea typeface="Arial"/>
                <a:cs typeface="Arial"/>
              </a:rPr>
              <a:t>Four markets. Explicit risk limits. A thesis and a counterargument.</a:t>
            </a:r>
          </a:p>
        </p:txBody>
      </p:sp>
      <p:sp>
        <p:nvSpPr>
          <p:cNvPr id="6" name="screenshot-area">
            <a:extLst xmlns:a="http://schemas.openxmlformats.org/drawingml/2006/main">
              <a:ext uri="{FF2B5EF4-FFF2-40B4-BE49-F238E27FC236}">
                <a16:creationId xmlns:a16="http://schemas.microsoft.com/office/drawing/2014/main" id="{A8494318-90C9-4987-82E1-9A35B088C7B3}"/>
              </a:ext>
            </a:extLst>
          </p:cNvPr>
          <p:cNvSpPr>
            <a:spLocks xmlns:a="http://schemas.openxmlformats.org/drawingml/2006/main" noGrp="1"/>
          </p:cNvSpPr>
          <p:nvPr/>
        </p:nvSpPr>
        <p:spPr>
          <a:xfrm xmlns:a="http://schemas.openxmlformats.org/drawingml/2006/main">
            <a:off x="685800" y="2133600"/>
            <a:ext cx="10820400" cy="3676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7" name="sample-caption">
            <a:extLst xmlns:a="http://schemas.openxmlformats.org/drawingml/2006/main">
              <a:ext uri="{FF2B5EF4-FFF2-40B4-BE49-F238E27FC236}">
                <a16:creationId xmlns:a16="http://schemas.microsoft.com/office/drawing/2014/main" id="{7E8D494F-6483-417B-8F01-3C860E33744C}"/>
              </a:ext>
            </a:extLst>
          </p:cNvPr>
          <p:cNvSpPr>
            <a:spLocks xmlns:a="http://schemas.openxmlformats.org/drawingml/2006/main" noGrp="1"/>
          </p:cNvSpPr>
          <p:nvPr/>
        </p:nvSpPr>
        <p:spPr>
          <a:xfrm xmlns:a="http://schemas.openxmlformats.org/drawingml/2006/main">
            <a:off x="685800" y="5981700"/>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B9C6E9"/>
                </a:solidFill>
                <a:latin typeface="Arial"/>
                <a:ea typeface="Arial"/>
                <a:cs typeface="Arial"/>
              </a:defRPr>
            </a:defPPr>
            <a:lvl1pPr algn="l">
              <a:defRPr sz="1425" b="0">
                <a:solidFill>
                  <a:srgbClr val="B9C6E9"/>
                </a:solidFill>
                <a:latin typeface="Arial"/>
                <a:ea typeface="Arial"/>
                <a:cs typeface="Arial"/>
              </a:defRPr>
            </a:lvl1pPr>
            <a:lvl2pPr algn="l">
              <a:defRPr sz="1425" b="0">
                <a:solidFill>
                  <a:srgbClr val="B9C6E9"/>
                </a:solidFill>
                <a:latin typeface="Arial"/>
                <a:ea typeface="Arial"/>
                <a:cs typeface="Arial"/>
              </a:defRPr>
            </a:lvl2pPr>
            <a:lvl3pPr algn="l">
              <a:defRPr sz="1425" b="0">
                <a:solidFill>
                  <a:srgbClr val="B9C6E9"/>
                </a:solidFill>
                <a:latin typeface="Arial"/>
                <a:ea typeface="Arial"/>
                <a:cs typeface="Arial"/>
              </a:defRPr>
            </a:lvl3pPr>
            <a:lvl4pPr algn="l">
              <a:defRPr sz="1425" b="0">
                <a:solidFill>
                  <a:srgbClr val="B9C6E9"/>
                </a:solidFill>
                <a:latin typeface="Arial"/>
                <a:ea typeface="Arial"/>
                <a:cs typeface="Arial"/>
              </a:defRPr>
            </a:lvl4pPr>
            <a:lvl5pPr algn="l">
              <a:defRPr sz="1425" b="0">
                <a:solidFill>
                  <a:srgbClr val="B9C6E9"/>
                </a:solidFill>
                <a:latin typeface="Arial"/>
                <a:ea typeface="Arial"/>
                <a:cs typeface="Arial"/>
              </a:defRPr>
            </a:lvl5pPr>
            <a:lvl6pPr algn="l">
              <a:defRPr sz="1425" b="0">
                <a:solidFill>
                  <a:srgbClr val="B9C6E9"/>
                </a:solidFill>
                <a:latin typeface="Arial"/>
                <a:ea typeface="Arial"/>
                <a:cs typeface="Arial"/>
              </a:defRPr>
            </a:lvl6pPr>
            <a:lvl7pPr algn="l">
              <a:defRPr sz="1425" b="0">
                <a:solidFill>
                  <a:srgbClr val="B9C6E9"/>
                </a:solidFill>
                <a:latin typeface="Arial"/>
                <a:ea typeface="Arial"/>
                <a:cs typeface="Arial"/>
              </a:defRPr>
            </a:lvl7pPr>
            <a:lvl8pPr algn="l">
              <a:defRPr sz="1425" b="0">
                <a:solidFill>
                  <a:srgbClr val="B9C6E9"/>
                </a:solidFill>
                <a:latin typeface="Arial"/>
                <a:ea typeface="Arial"/>
                <a:cs typeface="Arial"/>
              </a:defRPr>
            </a:lvl8pPr>
            <a:lvl9pPr algn="l">
              <a:defRPr sz="1425" b="0">
                <a:solidFill>
                  <a:srgbClr val="B9C6E9"/>
                </a:solidFill>
                <a:latin typeface="Arial"/>
                <a:ea typeface="Arial"/>
                <a:cs typeface="Arial"/>
              </a:defRPr>
            </a:lvl9pPr>
          </a:lstStyle>
          <a:p xmlns:a="http://schemas.openxmlformats.org/drawingml/2006/main">
            <a:pPr algn="l">
              <a:defRPr sz="1425" b="0">
                <a:solidFill>
                  <a:srgbClr val="B9C6E9"/>
                </a:solidFill>
                <a:latin typeface="Arial"/>
                <a:ea typeface="Arial"/>
                <a:cs typeface="Arial"/>
              </a:defRPr>
            </a:pPr>
            <a:r>
              <a:rPr sz="1425" b="0">
                <a:solidFill>
                  <a:srgbClr val="B9C6E9"/>
                </a:solidFill>
                <a:latin typeface="Arial"/>
                <a:ea typeface="Arial"/>
                <a:cs typeface="Arial"/>
              </a:rPr>
              <a:t>Product workflow shown with clearly labeled synthetic sample data</a:t>
            </a:r>
          </a:p>
        </p:txBody>
      </p:sp>
      <p:pic>
        <p:nvPicPr>
          <p:cNvPr id="8" name="">
            <a:extLst xmlns:a="http://schemas.openxmlformats.org/drawingml/2006/main">
              <a:ext uri="{FF2B5EF4-FFF2-40B4-BE49-F238E27FC236}">
                <a16:creationId xmlns:a16="http://schemas.microsoft.com/office/drawing/2014/main" id="{E7D9EBBF-133D-4654-8801-22D44CDF3BE1}"/>
              </a:ext>
            </a:extLst>
          </p:cNvPr>
          <p:cNvPicPr>
            <a:picLocks xmlns:a="http://schemas.openxmlformats.org/drawingml/2006/main" noChangeAspect="1"/>
          </p:cNvPicPr>
          <p:nvPr/>
        </p:nvPicPr>
        <p:blipFill>
          <a:blip xmlns:r="http://schemas.openxmlformats.org/officeDocument/2006/relationships" xmlns:a="http://schemas.openxmlformats.org/drawingml/2006/main" r:embed="Rbc1f5a578dbf4aa4"/>
          <a:srcRect xmlns:a="http://schemas.openxmlformats.org/drawingml/2006/main" l="18750" t="48000" r="2600" b="0"/>
          <a:stretch xmlns:a="http://schemas.openxmlformats.org/drawingml/2006/main"/>
        </p:blipFill>
        <p:spPr>
          <a:xfrm xmlns:a="http://schemas.openxmlformats.org/drawingml/2006/main">
            <a:off x="685800" y="2133600"/>
            <a:ext cx="10820400" cy="3676650"/>
          </a:xfrm>
          <a:prstGeom xmlns:a="http://schemas.openxmlformats.org/drawingml/2006/main" prst="rect">
            <a:avLst/>
          </a:prstGeom>
        </p:spPr>
      </p:pic>
    </p:spTree>
    <p:extLst>
      <p:ext uri="{BB962C8B-B14F-4D97-AF65-F5344CB8AC3E}">
        <p14:creationId xmlns:p14="http://schemas.microsoft.com/office/powerpoint/2010/main" val="216007129"/>
      </p:ext>
    </p:extLst>
  </p:cSld>
</p:sld>
</file>

<file path=ppt/slides/slide4.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42894154-86CF-4E13-9131-6F703707074F}"/>
              </a:ext>
            </a:extLst>
          </p:cNvPr>
          <p:cNvCxnSpPr>
            <a:stCxn xmlns:a="http://schemas.openxmlformats.org/drawingml/2006/main" id="18" idx="2"/>
            <a:endCxn xmlns:a="http://schemas.openxmlformats.org/drawingml/2006/main" id="24" idx="0"/>
          </p:cNvCxnSpPr>
          <p:nvPr/>
        </p:nvCxnSpPr>
        <p:spPr>
          <a:xfrm xmlns:a="http://schemas.openxmlformats.org/drawingml/2006/main">
            <a:off x="10439400" y="3267075"/>
            <a:ext cx="304800" cy="1285875"/>
          </a:xfrm>
          <a:prstGeom xmlns:a="http://schemas.openxmlformats.org/drawingml/2006/main" prst="bentConnector4">
            <a:avLst>
              <a:gd name="adj1" fmla="val 0"/>
              <a:gd name="adj2" fmla="val 50000"/>
            </a:avLst>
          </a:prstGeom>
          <a:ln xmlns:a="http://schemas.openxmlformats.org/drawingml/2006/main" w="19050">
            <a:solidFill>
              <a:srgbClr val="AC5965"/>
            </a:solidFill>
            <a:tailEnd type="triangle" w="sm" len="sm"/>
          </a:ln>
        </p:spPr>
      </p:cxnSp>
      <p:cxnSp>
        <p:nvCxnSpPr>
          <p:cNvPr id="3" name="">
            <a:extLst xmlns:a="http://schemas.openxmlformats.org/drawingml/2006/main">
              <a:ext uri="{FF2B5EF4-FFF2-40B4-BE49-F238E27FC236}">
                <a16:creationId xmlns:a16="http://schemas.microsoft.com/office/drawing/2014/main" id="{21D23857-3D6C-4C77-BB91-33A32A005C7E}"/>
              </a:ext>
            </a:extLst>
          </p:cNvPr>
          <p:cNvCxnSpPr>
            <a:stCxn xmlns:a="http://schemas.openxmlformats.org/drawingml/2006/main" id="18" idx="2"/>
            <a:endCxn xmlns:a="http://schemas.openxmlformats.org/drawingml/2006/main" id="22" idx="0"/>
          </p:cNvCxnSpPr>
          <p:nvPr/>
        </p:nvCxnSpPr>
        <p:spPr>
          <a:xfrm xmlns:a="http://schemas.openxmlformats.org/drawingml/2006/main" flipH="1">
            <a:off x="8810625" y="3267075"/>
            <a:ext cx="1628775" cy="1285875"/>
          </a:xfrm>
          <a:prstGeom xmlns:a="http://schemas.openxmlformats.org/drawingml/2006/main" prst="bentConnector4">
            <a:avLst>
              <a:gd name="adj1" fmla="val 0"/>
              <a:gd name="adj2" fmla="val 50000"/>
            </a:avLst>
          </a:prstGeom>
          <a:ln xmlns:a="http://schemas.openxmlformats.org/drawingml/2006/main" w="19050">
            <a:solidFill>
              <a:srgbClr val="2D7F61"/>
            </a:solidFill>
            <a:tailEnd type="triangle" w="sm" len="sm"/>
          </a:ln>
        </p:spPr>
      </p:cxnSp>
      <p:cxnSp>
        <p:nvCxnSpPr>
          <p:cNvPr id="4" name="">
            <a:extLst xmlns:a="http://schemas.openxmlformats.org/drawingml/2006/main">
              <a:ext uri="{FF2B5EF4-FFF2-40B4-BE49-F238E27FC236}">
                <a16:creationId xmlns:a16="http://schemas.microsoft.com/office/drawing/2014/main" id="{DA4BCEF2-DC72-4055-B40D-CDBC0C7964D7}"/>
              </a:ext>
            </a:extLst>
          </p:cNvPr>
          <p:cNvCxnSpPr>
            <a:stCxn xmlns:a="http://schemas.openxmlformats.org/drawingml/2006/main" id="20" idx="1"/>
            <a:endCxn xmlns:a="http://schemas.openxmlformats.org/drawingml/2006/main" id="12" idx="2"/>
          </p:cNvCxnSpPr>
          <p:nvPr/>
        </p:nvCxnSpPr>
        <p:spPr>
          <a:xfrm xmlns:a="http://schemas.openxmlformats.org/drawingml/2006/main" flipH="1" flipV="1">
            <a:off x="1804988" y="3267075"/>
            <a:ext cx="1776413" cy="1200150"/>
          </a:xfrm>
          <a:prstGeom xmlns:a="http://schemas.openxmlformats.org/drawingml/2006/main" prst="bentConnector2">
            <a:avLst/>
          </a:prstGeom>
          <a:ln xmlns:a="http://schemas.openxmlformats.org/drawingml/2006/main" w="19050">
            <a:solidFill>
              <a:srgbClr val="4359E8"/>
            </a:solidFill>
            <a:tailEnd type="triangle" w="sm" len="sm"/>
          </a:ln>
        </p:spPr>
      </p:cxnSp>
      <p:cxnSp>
        <p:nvCxnSpPr>
          <p:cNvPr id="5" name="">
            <a:extLst xmlns:a="http://schemas.openxmlformats.org/drawingml/2006/main">
              <a:ext uri="{FF2B5EF4-FFF2-40B4-BE49-F238E27FC236}">
                <a16:creationId xmlns:a16="http://schemas.microsoft.com/office/drawing/2014/main" id="{B889F8DC-B2CC-4FF0-91B4-85C7239F653F}"/>
              </a:ext>
            </a:extLst>
          </p:cNvPr>
          <p:cNvCxnSpPr>
            <a:stCxn xmlns:a="http://schemas.openxmlformats.org/drawingml/2006/main" id="16" idx="2"/>
            <a:endCxn xmlns:a="http://schemas.openxmlformats.org/drawingml/2006/main" id="20" idx="3"/>
          </p:cNvCxnSpPr>
          <p:nvPr/>
        </p:nvCxnSpPr>
        <p:spPr>
          <a:xfrm xmlns:a="http://schemas.openxmlformats.org/drawingml/2006/main" flipH="1">
            <a:off x="5819775" y="3267075"/>
            <a:ext cx="1776413" cy="1200150"/>
          </a:xfrm>
          <a:prstGeom xmlns:a="http://schemas.openxmlformats.org/drawingml/2006/main" prst="bentConnector5">
            <a:avLst>
              <a:gd name="adj1" fmla="val 0"/>
              <a:gd name="adj2" fmla="val 19048"/>
              <a:gd name="adj3" fmla="val 87131"/>
            </a:avLst>
          </a:prstGeom>
          <a:ln xmlns:a="http://schemas.openxmlformats.org/drawingml/2006/main" w="19050">
            <a:solidFill>
              <a:srgbClr val="4359E8"/>
            </a:solidFill>
            <a:tailEnd type="triangle" w="sm" len="sm"/>
          </a:ln>
        </p:spPr>
      </p:cxnSp>
      <p:cxnSp>
        <p:nvCxnSpPr>
          <p:cNvPr id="6" name="">
            <a:extLst xmlns:a="http://schemas.openxmlformats.org/drawingml/2006/main">
              <a:ext uri="{FF2B5EF4-FFF2-40B4-BE49-F238E27FC236}">
                <a16:creationId xmlns:a16="http://schemas.microsoft.com/office/drawing/2014/main" id="{EB38F92C-DDB1-4830-9F92-F76A6CFDC9CF}"/>
              </a:ext>
            </a:extLst>
          </p:cNvPr>
          <p:cNvCxnSpPr>
            <a:stCxn xmlns:a="http://schemas.openxmlformats.org/drawingml/2006/main" id="16" idx="3"/>
            <a:endCxn xmlns:a="http://schemas.openxmlformats.org/drawingml/2006/main" id="18" idx="1"/>
          </p:cNvCxnSpPr>
          <p:nvPr/>
        </p:nvCxnSpPr>
        <p:spPr>
          <a:xfrm xmlns:a="http://schemas.openxmlformats.org/drawingml/2006/main">
            <a:off x="8715375" y="2800350"/>
            <a:ext cx="657225" cy="0"/>
          </a:xfrm>
          <a:prstGeom xmlns:a="http://schemas.openxmlformats.org/drawingml/2006/main" prst="straightConnector1">
            <a:avLst/>
          </a:prstGeom>
          <a:ln xmlns:a="http://schemas.openxmlformats.org/drawingml/2006/main" w="19050">
            <a:solidFill>
              <a:srgbClr val="4359E8"/>
            </a:solidFill>
            <a:tailEnd type="triangle" w="sm" len="sm"/>
          </a:ln>
        </p:spPr>
      </p:cxnSp>
      <p:cxnSp>
        <p:nvCxnSpPr>
          <p:cNvPr id="7" name="">
            <a:extLst xmlns:a="http://schemas.openxmlformats.org/drawingml/2006/main">
              <a:ext uri="{FF2B5EF4-FFF2-40B4-BE49-F238E27FC236}">
                <a16:creationId xmlns:a16="http://schemas.microsoft.com/office/drawing/2014/main" id="{48EB2AD9-0F41-4674-AFB1-058FAA5F50FC}"/>
              </a:ext>
            </a:extLst>
          </p:cNvPr>
          <p:cNvCxnSpPr>
            <a:stCxn xmlns:a="http://schemas.openxmlformats.org/drawingml/2006/main" id="14" idx="3"/>
            <a:endCxn xmlns:a="http://schemas.openxmlformats.org/drawingml/2006/main" id="16" idx="1"/>
          </p:cNvCxnSpPr>
          <p:nvPr/>
        </p:nvCxnSpPr>
        <p:spPr>
          <a:xfrm xmlns:a="http://schemas.openxmlformats.org/drawingml/2006/main">
            <a:off x="5819775" y="2800350"/>
            <a:ext cx="657225" cy="0"/>
          </a:xfrm>
          <a:prstGeom xmlns:a="http://schemas.openxmlformats.org/drawingml/2006/main" prst="straightConnector1">
            <a:avLst/>
          </a:prstGeom>
          <a:ln xmlns:a="http://schemas.openxmlformats.org/drawingml/2006/main" w="19050">
            <a:solidFill>
              <a:srgbClr val="4359E8"/>
            </a:solidFill>
            <a:tailEnd type="triangle" w="sm" len="sm"/>
          </a:ln>
        </p:spPr>
      </p:cxnSp>
      <p:cxnSp>
        <p:nvCxnSpPr>
          <p:cNvPr id="8" name="">
            <a:extLst xmlns:a="http://schemas.openxmlformats.org/drawingml/2006/main">
              <a:ext uri="{FF2B5EF4-FFF2-40B4-BE49-F238E27FC236}">
                <a16:creationId xmlns:a16="http://schemas.microsoft.com/office/drawing/2014/main" id="{16BCCCEF-F286-46D1-8E9E-067590C2711B}"/>
              </a:ext>
            </a:extLst>
          </p:cNvPr>
          <p:cNvCxnSpPr>
            <a:stCxn xmlns:a="http://schemas.openxmlformats.org/drawingml/2006/main" id="12" idx="3"/>
            <a:endCxn xmlns:a="http://schemas.openxmlformats.org/drawingml/2006/main" id="14" idx="1"/>
          </p:cNvCxnSpPr>
          <p:nvPr/>
        </p:nvCxnSpPr>
        <p:spPr>
          <a:xfrm xmlns:a="http://schemas.openxmlformats.org/drawingml/2006/main">
            <a:off x="2924175" y="2800350"/>
            <a:ext cx="657225" cy="0"/>
          </a:xfrm>
          <a:prstGeom xmlns:a="http://schemas.openxmlformats.org/drawingml/2006/main" prst="straightConnector1">
            <a:avLst/>
          </a:prstGeom>
          <a:ln xmlns:a="http://schemas.openxmlformats.org/drawingml/2006/main" w="19050">
            <a:solidFill>
              <a:srgbClr val="4359E8"/>
            </a:solidFill>
            <a:tailEnd type="triangle" w="sm" len="sm"/>
          </a:ln>
        </p:spPr>
      </p:cxnSp>
      <p:sp>
        <p:nvSpPr>
          <p:cNvPr id="9" name="headline">
            <a:extLst xmlns:a="http://schemas.openxmlformats.org/drawingml/2006/main">
              <a:ext uri="{FF2B5EF4-FFF2-40B4-BE49-F238E27FC236}">
                <a16:creationId xmlns:a16="http://schemas.microsoft.com/office/drawing/2014/main" id="{21ACC528-209F-4923-BAB0-DDE65A08A6F7}"/>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0304E"/>
                </a:solidFill>
                <a:latin typeface="Arial"/>
                <a:ea typeface="Arial"/>
                <a:cs typeface="Arial"/>
              </a:defRPr>
            </a:defPPr>
            <a:lvl1pPr algn="l">
              <a:defRPr sz="3300" b="1">
                <a:solidFill>
                  <a:srgbClr val="20304E"/>
                </a:solidFill>
                <a:latin typeface="Arial"/>
                <a:ea typeface="Arial"/>
                <a:cs typeface="Arial"/>
              </a:defRPr>
            </a:lvl1pPr>
            <a:lvl2pPr algn="l">
              <a:defRPr sz="3300" b="1">
                <a:solidFill>
                  <a:srgbClr val="20304E"/>
                </a:solidFill>
                <a:latin typeface="Arial"/>
                <a:ea typeface="Arial"/>
                <a:cs typeface="Arial"/>
              </a:defRPr>
            </a:lvl2pPr>
            <a:lvl3pPr algn="l">
              <a:defRPr sz="3300" b="1">
                <a:solidFill>
                  <a:srgbClr val="20304E"/>
                </a:solidFill>
                <a:latin typeface="Arial"/>
                <a:ea typeface="Arial"/>
                <a:cs typeface="Arial"/>
              </a:defRPr>
            </a:lvl3pPr>
            <a:lvl4pPr algn="l">
              <a:defRPr sz="3300" b="1">
                <a:solidFill>
                  <a:srgbClr val="20304E"/>
                </a:solidFill>
                <a:latin typeface="Arial"/>
                <a:ea typeface="Arial"/>
                <a:cs typeface="Arial"/>
              </a:defRPr>
            </a:lvl4pPr>
            <a:lvl5pPr algn="l">
              <a:defRPr sz="3300" b="1">
                <a:solidFill>
                  <a:srgbClr val="20304E"/>
                </a:solidFill>
                <a:latin typeface="Arial"/>
                <a:ea typeface="Arial"/>
                <a:cs typeface="Arial"/>
              </a:defRPr>
            </a:lvl5pPr>
            <a:lvl6pPr algn="l">
              <a:defRPr sz="3300" b="1">
                <a:solidFill>
                  <a:srgbClr val="20304E"/>
                </a:solidFill>
                <a:latin typeface="Arial"/>
                <a:ea typeface="Arial"/>
                <a:cs typeface="Arial"/>
              </a:defRPr>
            </a:lvl6pPr>
            <a:lvl7pPr algn="l">
              <a:defRPr sz="3300" b="1">
                <a:solidFill>
                  <a:srgbClr val="20304E"/>
                </a:solidFill>
                <a:latin typeface="Arial"/>
                <a:ea typeface="Arial"/>
                <a:cs typeface="Arial"/>
              </a:defRPr>
            </a:lvl7pPr>
            <a:lvl8pPr algn="l">
              <a:defRPr sz="3300" b="1">
                <a:solidFill>
                  <a:srgbClr val="20304E"/>
                </a:solidFill>
                <a:latin typeface="Arial"/>
                <a:ea typeface="Arial"/>
                <a:cs typeface="Arial"/>
              </a:defRPr>
            </a:lvl8pPr>
            <a:lvl9pPr algn="l">
              <a:defRPr sz="3300" b="1">
                <a:solidFill>
                  <a:srgbClr val="20304E"/>
                </a:solidFill>
                <a:latin typeface="Arial"/>
                <a:ea typeface="Arial"/>
                <a:cs typeface="Arial"/>
              </a:defRPr>
            </a:lvl9pPr>
          </a:lstStyle>
          <a:p xmlns:a="http://schemas.openxmlformats.org/drawingml/2006/main">
            <a:pPr algn="l">
              <a:defRPr sz="3300" b="1">
                <a:solidFill>
                  <a:srgbClr val="20304E"/>
                </a:solidFill>
                <a:latin typeface="Arial"/>
                <a:ea typeface="Arial"/>
                <a:cs typeface="Arial"/>
              </a:defRPr>
            </a:pPr>
            <a:r>
              <a:rPr sz="3300" b="1">
                <a:solidFill>
                  <a:srgbClr val="20304E"/>
                </a:solidFill>
                <a:latin typeface="Arial"/>
                <a:ea typeface="Arial"/>
                <a:cs typeface="Arial"/>
              </a:rPr>
              <a:t>Adaptive critique. Deterministic guarantees.</a:t>
            </a:r>
          </a:p>
        </p:txBody>
      </p:sp>
      <p:sp>
        <p:nvSpPr>
          <p:cNvPr id="10" name="accent">
            <a:extLst xmlns:a="http://schemas.openxmlformats.org/drawingml/2006/main">
              <a:ext uri="{FF2B5EF4-FFF2-40B4-BE49-F238E27FC236}">
                <a16:creationId xmlns:a16="http://schemas.microsoft.com/office/drawing/2014/main" id="{2B1FE771-9B63-4C08-B324-212F0C69CE09}"/>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1" name="folio">
            <a:extLst xmlns:a="http://schemas.openxmlformats.org/drawingml/2006/main">
              <a:ext uri="{FF2B5EF4-FFF2-40B4-BE49-F238E27FC236}">
                <a16:creationId xmlns:a16="http://schemas.microsoft.com/office/drawing/2014/main" id="{CDE2B05D-6B23-4D6C-8106-FD69050AD22D}"/>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8794AD"/>
                </a:solidFill>
                <a:latin typeface="Arial"/>
                <a:ea typeface="Arial"/>
                <a:cs typeface="Arial"/>
              </a:defRPr>
            </a:defPPr>
            <a:lvl1pPr algn="l">
              <a:defRPr sz="1050" b="0">
                <a:solidFill>
                  <a:srgbClr val="8794AD"/>
                </a:solidFill>
                <a:latin typeface="Arial"/>
                <a:ea typeface="Arial"/>
                <a:cs typeface="Arial"/>
              </a:defRPr>
            </a:lvl1pPr>
            <a:lvl2pPr algn="l">
              <a:defRPr sz="1050" b="0">
                <a:solidFill>
                  <a:srgbClr val="8794AD"/>
                </a:solidFill>
                <a:latin typeface="Arial"/>
                <a:ea typeface="Arial"/>
                <a:cs typeface="Arial"/>
              </a:defRPr>
            </a:lvl2pPr>
            <a:lvl3pPr algn="l">
              <a:defRPr sz="1050" b="0">
                <a:solidFill>
                  <a:srgbClr val="8794AD"/>
                </a:solidFill>
                <a:latin typeface="Arial"/>
                <a:ea typeface="Arial"/>
                <a:cs typeface="Arial"/>
              </a:defRPr>
            </a:lvl3pPr>
            <a:lvl4pPr algn="l">
              <a:defRPr sz="1050" b="0">
                <a:solidFill>
                  <a:srgbClr val="8794AD"/>
                </a:solidFill>
                <a:latin typeface="Arial"/>
                <a:ea typeface="Arial"/>
                <a:cs typeface="Arial"/>
              </a:defRPr>
            </a:lvl4pPr>
            <a:lvl5pPr algn="l">
              <a:defRPr sz="1050" b="0">
                <a:solidFill>
                  <a:srgbClr val="8794AD"/>
                </a:solidFill>
                <a:latin typeface="Arial"/>
                <a:ea typeface="Arial"/>
                <a:cs typeface="Arial"/>
              </a:defRPr>
            </a:lvl5pPr>
            <a:lvl6pPr algn="l">
              <a:defRPr sz="1050" b="0">
                <a:solidFill>
                  <a:srgbClr val="8794AD"/>
                </a:solidFill>
                <a:latin typeface="Arial"/>
                <a:ea typeface="Arial"/>
                <a:cs typeface="Arial"/>
              </a:defRPr>
            </a:lvl6pPr>
            <a:lvl7pPr algn="l">
              <a:defRPr sz="1050" b="0">
                <a:solidFill>
                  <a:srgbClr val="8794AD"/>
                </a:solidFill>
                <a:latin typeface="Arial"/>
                <a:ea typeface="Arial"/>
                <a:cs typeface="Arial"/>
              </a:defRPr>
            </a:lvl7pPr>
            <a:lvl8pPr algn="l">
              <a:defRPr sz="1050" b="0">
                <a:solidFill>
                  <a:srgbClr val="8794AD"/>
                </a:solidFill>
                <a:latin typeface="Arial"/>
                <a:ea typeface="Arial"/>
                <a:cs typeface="Arial"/>
              </a:defRPr>
            </a:lvl8pPr>
            <a:lvl9pPr algn="l">
              <a:defRPr sz="1050" b="0">
                <a:solidFill>
                  <a:srgbClr val="8794AD"/>
                </a:solidFill>
                <a:latin typeface="Arial"/>
                <a:ea typeface="Arial"/>
                <a:cs typeface="Arial"/>
              </a:defRPr>
            </a:lvl9pPr>
          </a:lstStyle>
          <a:p xmlns:a="http://schemas.openxmlformats.org/drawingml/2006/main">
            <a:pPr algn="l">
              <a:defRPr sz="1050" b="0">
                <a:solidFill>
                  <a:srgbClr val="8794AD"/>
                </a:solidFill>
                <a:latin typeface="Arial"/>
                <a:ea typeface="Arial"/>
                <a:cs typeface="Arial"/>
              </a:defRPr>
            </a:pPr>
            <a:r>
              <a:rPr sz="1050" b="0">
                <a:solidFill>
                  <a:srgbClr val="8794AD"/>
                </a:solidFill>
                <a:latin typeface="Arial"/>
                <a:ea typeface="Arial"/>
                <a:cs typeface="Arial"/>
              </a:rPr>
              <a:t>04</a:t>
            </a:r>
          </a:p>
        </p:txBody>
      </p:sp>
      <p:sp>
        <p:nvSpPr>
          <p:cNvPr id="12" name="planner">
            <a:extLst xmlns:a="http://schemas.openxmlformats.org/drawingml/2006/main">
              <a:ext uri="{FF2B5EF4-FFF2-40B4-BE49-F238E27FC236}">
                <a16:creationId xmlns:a16="http://schemas.microsoft.com/office/drawing/2014/main" id="{A498F307-4F70-4F1C-8A04-CB8AD0CCEE6E}"/>
              </a:ext>
            </a:extLst>
          </p:cNvPr>
          <p:cNvSpPr>
            <a:spLocks xmlns:a="http://schemas.openxmlformats.org/drawingml/2006/main" noGrp="1"/>
          </p:cNvSpPr>
          <p:nvPr/>
        </p:nvSpPr>
        <p:spPr>
          <a:xfrm xmlns:a="http://schemas.openxmlformats.org/drawingml/2006/main">
            <a:off x="685800" y="2333625"/>
            <a:ext cx="2238375"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3" name="planner-label">
            <a:extLst xmlns:a="http://schemas.openxmlformats.org/drawingml/2006/main">
              <a:ext uri="{FF2B5EF4-FFF2-40B4-BE49-F238E27FC236}">
                <a16:creationId xmlns:a16="http://schemas.microsoft.com/office/drawing/2014/main" id="{40BA5541-25F7-4269-8A32-FE367C8A2BC5}"/>
              </a:ext>
            </a:extLst>
          </p:cNvPr>
          <p:cNvSpPr>
            <a:spLocks xmlns:a="http://schemas.openxmlformats.org/drawingml/2006/main" noGrp="1"/>
          </p:cNvSpPr>
          <p:nvPr/>
        </p:nvSpPr>
        <p:spPr>
          <a:xfrm xmlns:a="http://schemas.openxmlformats.org/drawingml/2006/main">
            <a:off x="857250" y="2447925"/>
            <a:ext cx="18954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20304E"/>
                </a:solidFill>
                <a:latin typeface="Arial"/>
                <a:ea typeface="Arial"/>
                <a:cs typeface="Arial"/>
              </a:defRPr>
            </a:defPPr>
            <a:lvl1pPr algn="l">
              <a:defRPr sz="1725" b="1">
                <a:solidFill>
                  <a:srgbClr val="20304E"/>
                </a:solidFill>
                <a:latin typeface="Arial"/>
                <a:ea typeface="Arial"/>
                <a:cs typeface="Arial"/>
              </a:defRPr>
            </a:lvl1pPr>
            <a:lvl2pPr algn="l">
              <a:defRPr sz="1725" b="1">
                <a:solidFill>
                  <a:srgbClr val="20304E"/>
                </a:solidFill>
                <a:latin typeface="Arial"/>
                <a:ea typeface="Arial"/>
                <a:cs typeface="Arial"/>
              </a:defRPr>
            </a:lvl2pPr>
            <a:lvl3pPr algn="l">
              <a:defRPr sz="1725" b="1">
                <a:solidFill>
                  <a:srgbClr val="20304E"/>
                </a:solidFill>
                <a:latin typeface="Arial"/>
                <a:ea typeface="Arial"/>
                <a:cs typeface="Arial"/>
              </a:defRPr>
            </a:lvl3pPr>
            <a:lvl4pPr algn="l">
              <a:defRPr sz="1725" b="1">
                <a:solidFill>
                  <a:srgbClr val="20304E"/>
                </a:solidFill>
                <a:latin typeface="Arial"/>
                <a:ea typeface="Arial"/>
                <a:cs typeface="Arial"/>
              </a:defRPr>
            </a:lvl4pPr>
            <a:lvl5pPr algn="l">
              <a:defRPr sz="1725" b="1">
                <a:solidFill>
                  <a:srgbClr val="20304E"/>
                </a:solidFill>
                <a:latin typeface="Arial"/>
                <a:ea typeface="Arial"/>
                <a:cs typeface="Arial"/>
              </a:defRPr>
            </a:lvl5pPr>
            <a:lvl6pPr algn="l">
              <a:defRPr sz="1725" b="1">
                <a:solidFill>
                  <a:srgbClr val="20304E"/>
                </a:solidFill>
                <a:latin typeface="Arial"/>
                <a:ea typeface="Arial"/>
                <a:cs typeface="Arial"/>
              </a:defRPr>
            </a:lvl6pPr>
            <a:lvl7pPr algn="l">
              <a:defRPr sz="1725" b="1">
                <a:solidFill>
                  <a:srgbClr val="20304E"/>
                </a:solidFill>
                <a:latin typeface="Arial"/>
                <a:ea typeface="Arial"/>
                <a:cs typeface="Arial"/>
              </a:defRPr>
            </a:lvl7pPr>
            <a:lvl8pPr algn="l">
              <a:defRPr sz="1725" b="1">
                <a:solidFill>
                  <a:srgbClr val="20304E"/>
                </a:solidFill>
                <a:latin typeface="Arial"/>
                <a:ea typeface="Arial"/>
                <a:cs typeface="Arial"/>
              </a:defRPr>
            </a:lvl8pPr>
            <a:lvl9pPr algn="l">
              <a:defRPr sz="1725" b="1">
                <a:solidFill>
                  <a:srgbClr val="20304E"/>
                </a:solidFill>
                <a:latin typeface="Arial"/>
                <a:ea typeface="Arial"/>
                <a:cs typeface="Arial"/>
              </a:defRPr>
            </a:lvl9pPr>
          </a:lstStyle>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Planner</a:t>
            </a:r>
          </a:p>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Mandate and memory</a:t>
            </a:r>
          </a:p>
        </p:txBody>
      </p:sp>
      <p:sp>
        <p:nvSpPr>
          <p:cNvPr id="14" name="analysts">
            <a:extLst xmlns:a="http://schemas.openxmlformats.org/drawingml/2006/main">
              <a:ext uri="{FF2B5EF4-FFF2-40B4-BE49-F238E27FC236}">
                <a16:creationId xmlns:a16="http://schemas.microsoft.com/office/drawing/2014/main" id="{995E8866-5B81-4045-AF31-F30262C7DAD8}"/>
              </a:ext>
            </a:extLst>
          </p:cNvPr>
          <p:cNvSpPr>
            <a:spLocks xmlns:a="http://schemas.openxmlformats.org/drawingml/2006/main" noGrp="1"/>
          </p:cNvSpPr>
          <p:nvPr/>
        </p:nvSpPr>
        <p:spPr>
          <a:xfrm xmlns:a="http://schemas.openxmlformats.org/drawingml/2006/main">
            <a:off x="3581400" y="2333625"/>
            <a:ext cx="2238375"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5" name="analysts-label">
            <a:extLst xmlns:a="http://schemas.openxmlformats.org/drawingml/2006/main">
              <a:ext uri="{FF2B5EF4-FFF2-40B4-BE49-F238E27FC236}">
                <a16:creationId xmlns:a16="http://schemas.microsoft.com/office/drawing/2014/main" id="{E2B741B7-4BBA-4A35-8660-F08CCBF0E9AA}"/>
              </a:ext>
            </a:extLst>
          </p:cNvPr>
          <p:cNvSpPr>
            <a:spLocks xmlns:a="http://schemas.openxmlformats.org/drawingml/2006/main" noGrp="1"/>
          </p:cNvSpPr>
          <p:nvPr/>
        </p:nvSpPr>
        <p:spPr>
          <a:xfrm xmlns:a="http://schemas.openxmlformats.org/drawingml/2006/main">
            <a:off x="3752850" y="2447925"/>
            <a:ext cx="18954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20304E"/>
                </a:solidFill>
                <a:latin typeface="Arial"/>
                <a:ea typeface="Arial"/>
                <a:cs typeface="Arial"/>
              </a:defRPr>
            </a:defPPr>
            <a:lvl1pPr algn="l">
              <a:defRPr sz="1725" b="1">
                <a:solidFill>
                  <a:srgbClr val="20304E"/>
                </a:solidFill>
                <a:latin typeface="Arial"/>
                <a:ea typeface="Arial"/>
                <a:cs typeface="Arial"/>
              </a:defRPr>
            </a:lvl1pPr>
            <a:lvl2pPr algn="l">
              <a:defRPr sz="1725" b="1">
                <a:solidFill>
                  <a:srgbClr val="20304E"/>
                </a:solidFill>
                <a:latin typeface="Arial"/>
                <a:ea typeface="Arial"/>
                <a:cs typeface="Arial"/>
              </a:defRPr>
            </a:lvl2pPr>
            <a:lvl3pPr algn="l">
              <a:defRPr sz="1725" b="1">
                <a:solidFill>
                  <a:srgbClr val="20304E"/>
                </a:solidFill>
                <a:latin typeface="Arial"/>
                <a:ea typeface="Arial"/>
                <a:cs typeface="Arial"/>
              </a:defRPr>
            </a:lvl3pPr>
            <a:lvl4pPr algn="l">
              <a:defRPr sz="1725" b="1">
                <a:solidFill>
                  <a:srgbClr val="20304E"/>
                </a:solidFill>
                <a:latin typeface="Arial"/>
                <a:ea typeface="Arial"/>
                <a:cs typeface="Arial"/>
              </a:defRPr>
            </a:lvl4pPr>
            <a:lvl5pPr algn="l">
              <a:defRPr sz="1725" b="1">
                <a:solidFill>
                  <a:srgbClr val="20304E"/>
                </a:solidFill>
                <a:latin typeface="Arial"/>
                <a:ea typeface="Arial"/>
                <a:cs typeface="Arial"/>
              </a:defRPr>
            </a:lvl5pPr>
            <a:lvl6pPr algn="l">
              <a:defRPr sz="1725" b="1">
                <a:solidFill>
                  <a:srgbClr val="20304E"/>
                </a:solidFill>
                <a:latin typeface="Arial"/>
                <a:ea typeface="Arial"/>
                <a:cs typeface="Arial"/>
              </a:defRPr>
            </a:lvl6pPr>
            <a:lvl7pPr algn="l">
              <a:defRPr sz="1725" b="1">
                <a:solidFill>
                  <a:srgbClr val="20304E"/>
                </a:solidFill>
                <a:latin typeface="Arial"/>
                <a:ea typeface="Arial"/>
                <a:cs typeface="Arial"/>
              </a:defRPr>
            </a:lvl7pPr>
            <a:lvl8pPr algn="l">
              <a:defRPr sz="1725" b="1">
                <a:solidFill>
                  <a:srgbClr val="20304E"/>
                </a:solidFill>
                <a:latin typeface="Arial"/>
                <a:ea typeface="Arial"/>
                <a:cs typeface="Arial"/>
              </a:defRPr>
            </a:lvl8pPr>
            <a:lvl9pPr algn="l">
              <a:defRPr sz="1725" b="1">
                <a:solidFill>
                  <a:srgbClr val="20304E"/>
                </a:solidFill>
                <a:latin typeface="Arial"/>
                <a:ea typeface="Arial"/>
                <a:cs typeface="Arial"/>
              </a:defRPr>
            </a:lvl9pPr>
          </a:lstStyle>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Quant + fundamentals</a:t>
            </a:r>
          </a:p>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Recomputed risk</a:t>
            </a:r>
          </a:p>
        </p:txBody>
      </p:sp>
      <p:sp>
        <p:nvSpPr>
          <p:cNvPr id="16" name="skeptic">
            <a:extLst xmlns:a="http://schemas.openxmlformats.org/drawingml/2006/main">
              <a:ext uri="{FF2B5EF4-FFF2-40B4-BE49-F238E27FC236}">
                <a16:creationId xmlns:a16="http://schemas.microsoft.com/office/drawing/2014/main" id="{8667586B-8A41-48CD-8FDE-E047479988BC}"/>
              </a:ext>
            </a:extLst>
          </p:cNvPr>
          <p:cNvSpPr>
            <a:spLocks xmlns:a="http://schemas.openxmlformats.org/drawingml/2006/main" noGrp="1"/>
          </p:cNvSpPr>
          <p:nvPr/>
        </p:nvSpPr>
        <p:spPr>
          <a:xfrm xmlns:a="http://schemas.openxmlformats.org/drawingml/2006/main">
            <a:off x="6477000" y="2333625"/>
            <a:ext cx="2238375"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7" name="skeptic-label">
            <a:extLst xmlns:a="http://schemas.openxmlformats.org/drawingml/2006/main">
              <a:ext uri="{FF2B5EF4-FFF2-40B4-BE49-F238E27FC236}">
                <a16:creationId xmlns:a16="http://schemas.microsoft.com/office/drawing/2014/main" id="{4225594F-E696-471B-A017-5C1EC932E774}"/>
              </a:ext>
            </a:extLst>
          </p:cNvPr>
          <p:cNvSpPr>
            <a:spLocks xmlns:a="http://schemas.openxmlformats.org/drawingml/2006/main" noGrp="1"/>
          </p:cNvSpPr>
          <p:nvPr/>
        </p:nvSpPr>
        <p:spPr>
          <a:xfrm xmlns:a="http://schemas.openxmlformats.org/drawingml/2006/main">
            <a:off x="6648450" y="2447925"/>
            <a:ext cx="18954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20304E"/>
                </a:solidFill>
                <a:latin typeface="Arial"/>
                <a:ea typeface="Arial"/>
                <a:cs typeface="Arial"/>
              </a:defRPr>
            </a:defPPr>
            <a:lvl1pPr algn="l">
              <a:defRPr sz="1725" b="1">
                <a:solidFill>
                  <a:srgbClr val="20304E"/>
                </a:solidFill>
                <a:latin typeface="Arial"/>
                <a:ea typeface="Arial"/>
                <a:cs typeface="Arial"/>
              </a:defRPr>
            </a:lvl1pPr>
            <a:lvl2pPr algn="l">
              <a:defRPr sz="1725" b="1">
                <a:solidFill>
                  <a:srgbClr val="20304E"/>
                </a:solidFill>
                <a:latin typeface="Arial"/>
                <a:ea typeface="Arial"/>
                <a:cs typeface="Arial"/>
              </a:defRPr>
            </a:lvl2pPr>
            <a:lvl3pPr algn="l">
              <a:defRPr sz="1725" b="1">
                <a:solidFill>
                  <a:srgbClr val="20304E"/>
                </a:solidFill>
                <a:latin typeface="Arial"/>
                <a:ea typeface="Arial"/>
                <a:cs typeface="Arial"/>
              </a:defRPr>
            </a:lvl3pPr>
            <a:lvl4pPr algn="l">
              <a:defRPr sz="1725" b="1">
                <a:solidFill>
                  <a:srgbClr val="20304E"/>
                </a:solidFill>
                <a:latin typeface="Arial"/>
                <a:ea typeface="Arial"/>
                <a:cs typeface="Arial"/>
              </a:defRPr>
            </a:lvl4pPr>
            <a:lvl5pPr algn="l">
              <a:defRPr sz="1725" b="1">
                <a:solidFill>
                  <a:srgbClr val="20304E"/>
                </a:solidFill>
                <a:latin typeface="Arial"/>
                <a:ea typeface="Arial"/>
                <a:cs typeface="Arial"/>
              </a:defRPr>
            </a:lvl5pPr>
            <a:lvl6pPr algn="l">
              <a:defRPr sz="1725" b="1">
                <a:solidFill>
                  <a:srgbClr val="20304E"/>
                </a:solidFill>
                <a:latin typeface="Arial"/>
                <a:ea typeface="Arial"/>
                <a:cs typeface="Arial"/>
              </a:defRPr>
            </a:lvl6pPr>
            <a:lvl7pPr algn="l">
              <a:defRPr sz="1725" b="1">
                <a:solidFill>
                  <a:srgbClr val="20304E"/>
                </a:solidFill>
                <a:latin typeface="Arial"/>
                <a:ea typeface="Arial"/>
                <a:cs typeface="Arial"/>
              </a:defRPr>
            </a:lvl7pPr>
            <a:lvl8pPr algn="l">
              <a:defRPr sz="1725" b="1">
                <a:solidFill>
                  <a:srgbClr val="20304E"/>
                </a:solidFill>
                <a:latin typeface="Arial"/>
                <a:ea typeface="Arial"/>
                <a:cs typeface="Arial"/>
              </a:defRPr>
            </a:lvl8pPr>
            <a:lvl9pPr algn="l">
              <a:defRPr sz="1725" b="1">
                <a:solidFill>
                  <a:srgbClr val="20304E"/>
                </a:solidFill>
                <a:latin typeface="Arial"/>
                <a:ea typeface="Arial"/>
                <a:cs typeface="Arial"/>
              </a:defRPr>
            </a:lvl9pPr>
          </a:lstStyle>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Skeptic</a:t>
            </a:r>
          </a:p>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Countercase</a:t>
            </a:r>
          </a:p>
        </p:txBody>
      </p:sp>
      <p:sp>
        <p:nvSpPr>
          <p:cNvPr id="18" name="risk">
            <a:extLst xmlns:a="http://schemas.openxmlformats.org/drawingml/2006/main">
              <a:ext uri="{FF2B5EF4-FFF2-40B4-BE49-F238E27FC236}">
                <a16:creationId xmlns:a16="http://schemas.microsoft.com/office/drawing/2014/main" id="{E5DCA471-A4CB-46E9-8A47-8E83CC209E83}"/>
              </a:ext>
            </a:extLst>
          </p:cNvPr>
          <p:cNvSpPr>
            <a:spLocks xmlns:a="http://schemas.openxmlformats.org/drawingml/2006/main" noGrp="1"/>
          </p:cNvSpPr>
          <p:nvPr/>
        </p:nvSpPr>
        <p:spPr>
          <a:xfrm xmlns:a="http://schemas.openxmlformats.org/drawingml/2006/main">
            <a:off x="9372600" y="2333625"/>
            <a:ext cx="2133600"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DAE1EF"/>
            </a:solid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9" name="risk-label">
            <a:extLst xmlns:a="http://schemas.openxmlformats.org/drawingml/2006/main">
              <a:ext uri="{FF2B5EF4-FFF2-40B4-BE49-F238E27FC236}">
                <a16:creationId xmlns:a16="http://schemas.microsoft.com/office/drawing/2014/main" id="{B2006E21-A805-4B88-B6CA-EB0FB6C2D724}"/>
              </a:ext>
            </a:extLst>
          </p:cNvPr>
          <p:cNvSpPr>
            <a:spLocks xmlns:a="http://schemas.openxmlformats.org/drawingml/2006/main" noGrp="1"/>
          </p:cNvSpPr>
          <p:nvPr/>
        </p:nvSpPr>
        <p:spPr>
          <a:xfrm xmlns:a="http://schemas.openxmlformats.org/drawingml/2006/main">
            <a:off x="9544050" y="2447925"/>
            <a:ext cx="1790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20304E"/>
                </a:solidFill>
                <a:latin typeface="Arial"/>
                <a:ea typeface="Arial"/>
                <a:cs typeface="Arial"/>
              </a:defRPr>
            </a:defPPr>
            <a:lvl1pPr algn="l">
              <a:defRPr sz="1725" b="1">
                <a:solidFill>
                  <a:srgbClr val="20304E"/>
                </a:solidFill>
                <a:latin typeface="Arial"/>
                <a:ea typeface="Arial"/>
                <a:cs typeface="Arial"/>
              </a:defRPr>
            </a:lvl1pPr>
            <a:lvl2pPr algn="l">
              <a:defRPr sz="1725" b="1">
                <a:solidFill>
                  <a:srgbClr val="20304E"/>
                </a:solidFill>
                <a:latin typeface="Arial"/>
                <a:ea typeface="Arial"/>
                <a:cs typeface="Arial"/>
              </a:defRPr>
            </a:lvl2pPr>
            <a:lvl3pPr algn="l">
              <a:defRPr sz="1725" b="1">
                <a:solidFill>
                  <a:srgbClr val="20304E"/>
                </a:solidFill>
                <a:latin typeface="Arial"/>
                <a:ea typeface="Arial"/>
                <a:cs typeface="Arial"/>
              </a:defRPr>
            </a:lvl3pPr>
            <a:lvl4pPr algn="l">
              <a:defRPr sz="1725" b="1">
                <a:solidFill>
                  <a:srgbClr val="20304E"/>
                </a:solidFill>
                <a:latin typeface="Arial"/>
                <a:ea typeface="Arial"/>
                <a:cs typeface="Arial"/>
              </a:defRPr>
            </a:lvl4pPr>
            <a:lvl5pPr algn="l">
              <a:defRPr sz="1725" b="1">
                <a:solidFill>
                  <a:srgbClr val="20304E"/>
                </a:solidFill>
                <a:latin typeface="Arial"/>
                <a:ea typeface="Arial"/>
                <a:cs typeface="Arial"/>
              </a:defRPr>
            </a:lvl5pPr>
            <a:lvl6pPr algn="l">
              <a:defRPr sz="1725" b="1">
                <a:solidFill>
                  <a:srgbClr val="20304E"/>
                </a:solidFill>
                <a:latin typeface="Arial"/>
                <a:ea typeface="Arial"/>
                <a:cs typeface="Arial"/>
              </a:defRPr>
            </a:lvl6pPr>
            <a:lvl7pPr algn="l">
              <a:defRPr sz="1725" b="1">
                <a:solidFill>
                  <a:srgbClr val="20304E"/>
                </a:solidFill>
                <a:latin typeface="Arial"/>
                <a:ea typeface="Arial"/>
                <a:cs typeface="Arial"/>
              </a:defRPr>
            </a:lvl7pPr>
            <a:lvl8pPr algn="l">
              <a:defRPr sz="1725" b="1">
                <a:solidFill>
                  <a:srgbClr val="20304E"/>
                </a:solidFill>
                <a:latin typeface="Arial"/>
                <a:ea typeface="Arial"/>
                <a:cs typeface="Arial"/>
              </a:defRPr>
            </a:lvl8pPr>
            <a:lvl9pPr algn="l">
              <a:defRPr sz="1725" b="1">
                <a:solidFill>
                  <a:srgbClr val="20304E"/>
                </a:solidFill>
                <a:latin typeface="Arial"/>
                <a:ea typeface="Arial"/>
                <a:cs typeface="Arial"/>
              </a:defRPr>
            </a:lvl9pPr>
          </a:lstStyle>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Risk guardian</a:t>
            </a:r>
          </a:p>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Immutable limits</a:t>
            </a:r>
          </a:p>
        </p:txBody>
      </p:sp>
      <p:sp>
        <p:nvSpPr>
          <p:cNvPr id="20" name="replan">
            <a:extLst xmlns:a="http://schemas.openxmlformats.org/drawingml/2006/main">
              <a:ext uri="{FF2B5EF4-FFF2-40B4-BE49-F238E27FC236}">
                <a16:creationId xmlns:a16="http://schemas.microsoft.com/office/drawing/2014/main" id="{B01B3A82-17D7-4310-8246-D20B9507949F}"/>
              </a:ext>
            </a:extLst>
          </p:cNvPr>
          <p:cNvSpPr>
            <a:spLocks xmlns:a="http://schemas.openxmlformats.org/drawingml/2006/main" noGrp="1"/>
          </p:cNvSpPr>
          <p:nvPr/>
        </p:nvSpPr>
        <p:spPr>
          <a:xfrm xmlns:a="http://schemas.openxmlformats.org/drawingml/2006/main">
            <a:off x="3581400" y="4124325"/>
            <a:ext cx="2238375" cy="685800"/>
          </a:xfrm>
          <a:prstGeom xmlns:a="http://schemas.openxmlformats.org/drawingml/2006/main" prst="rect">
            <a:avLst/>
          </a:prstGeom>
          <a:solidFill xmlns:a="http://schemas.openxmlformats.org/drawingml/2006/main">
            <a:srgbClr val="E9EDFF"/>
          </a:solidFill>
          <a:ln xmlns:a="http://schemas.openxmlformats.org/drawingml/2006/main" w="9525">
            <a:solidFill>
              <a:srgbClr val="DAE1EF"/>
            </a:solid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21" name="replan-label">
            <a:extLst xmlns:a="http://schemas.openxmlformats.org/drawingml/2006/main">
              <a:ext uri="{FF2B5EF4-FFF2-40B4-BE49-F238E27FC236}">
                <a16:creationId xmlns:a16="http://schemas.microsoft.com/office/drawing/2014/main" id="{6BA285A5-67BF-4C4E-BF0F-1E3EEF972511}"/>
              </a:ext>
            </a:extLst>
          </p:cNvPr>
          <p:cNvSpPr>
            <a:spLocks xmlns:a="http://schemas.openxmlformats.org/drawingml/2006/main" noGrp="1"/>
          </p:cNvSpPr>
          <p:nvPr/>
        </p:nvSpPr>
        <p:spPr>
          <a:xfrm xmlns:a="http://schemas.openxmlformats.org/drawingml/2006/main">
            <a:off x="3752850" y="4238625"/>
            <a:ext cx="18954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20304E"/>
                </a:solidFill>
                <a:latin typeface="Arial"/>
                <a:ea typeface="Arial"/>
                <a:cs typeface="Arial"/>
              </a:defRPr>
            </a:defPPr>
            <a:lvl1pPr algn="l">
              <a:defRPr sz="1725" b="1">
                <a:solidFill>
                  <a:srgbClr val="20304E"/>
                </a:solidFill>
                <a:latin typeface="Arial"/>
                <a:ea typeface="Arial"/>
                <a:cs typeface="Arial"/>
              </a:defRPr>
            </a:lvl1pPr>
            <a:lvl2pPr algn="l">
              <a:defRPr sz="1725" b="1">
                <a:solidFill>
                  <a:srgbClr val="20304E"/>
                </a:solidFill>
                <a:latin typeface="Arial"/>
                <a:ea typeface="Arial"/>
                <a:cs typeface="Arial"/>
              </a:defRPr>
            </a:lvl2pPr>
            <a:lvl3pPr algn="l">
              <a:defRPr sz="1725" b="1">
                <a:solidFill>
                  <a:srgbClr val="20304E"/>
                </a:solidFill>
                <a:latin typeface="Arial"/>
                <a:ea typeface="Arial"/>
                <a:cs typeface="Arial"/>
              </a:defRPr>
            </a:lvl3pPr>
            <a:lvl4pPr algn="l">
              <a:defRPr sz="1725" b="1">
                <a:solidFill>
                  <a:srgbClr val="20304E"/>
                </a:solidFill>
                <a:latin typeface="Arial"/>
                <a:ea typeface="Arial"/>
                <a:cs typeface="Arial"/>
              </a:defRPr>
            </a:lvl4pPr>
            <a:lvl5pPr algn="l">
              <a:defRPr sz="1725" b="1">
                <a:solidFill>
                  <a:srgbClr val="20304E"/>
                </a:solidFill>
                <a:latin typeface="Arial"/>
                <a:ea typeface="Arial"/>
                <a:cs typeface="Arial"/>
              </a:defRPr>
            </a:lvl5pPr>
            <a:lvl6pPr algn="l">
              <a:defRPr sz="1725" b="1">
                <a:solidFill>
                  <a:srgbClr val="20304E"/>
                </a:solidFill>
                <a:latin typeface="Arial"/>
                <a:ea typeface="Arial"/>
                <a:cs typeface="Arial"/>
              </a:defRPr>
            </a:lvl6pPr>
            <a:lvl7pPr algn="l">
              <a:defRPr sz="1725" b="1">
                <a:solidFill>
                  <a:srgbClr val="20304E"/>
                </a:solidFill>
                <a:latin typeface="Arial"/>
                <a:ea typeface="Arial"/>
                <a:cs typeface="Arial"/>
              </a:defRPr>
            </a:lvl7pPr>
            <a:lvl8pPr algn="l">
              <a:defRPr sz="1725" b="1">
                <a:solidFill>
                  <a:srgbClr val="20304E"/>
                </a:solidFill>
                <a:latin typeface="Arial"/>
                <a:ea typeface="Arial"/>
                <a:cs typeface="Arial"/>
              </a:defRPr>
            </a:lvl8pPr>
            <a:lvl9pPr algn="l">
              <a:defRPr sz="1725" b="1">
                <a:solidFill>
                  <a:srgbClr val="20304E"/>
                </a:solidFill>
                <a:latin typeface="Arial"/>
                <a:ea typeface="Arial"/>
                <a:cs typeface="Arial"/>
              </a:defRPr>
            </a:lvl9pPr>
          </a:lstStyle>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Revise priorities</a:t>
            </a:r>
          </a:p>
        </p:txBody>
      </p:sp>
      <p:sp>
        <p:nvSpPr>
          <p:cNvPr id="22" name="pass">
            <a:extLst xmlns:a="http://schemas.openxmlformats.org/drawingml/2006/main">
              <a:ext uri="{FF2B5EF4-FFF2-40B4-BE49-F238E27FC236}">
                <a16:creationId xmlns:a16="http://schemas.microsoft.com/office/drawing/2014/main" id="{F81B588D-77C0-4807-9DC3-17D4FB39159A}"/>
              </a:ext>
            </a:extLst>
          </p:cNvPr>
          <p:cNvSpPr>
            <a:spLocks xmlns:a="http://schemas.openxmlformats.org/drawingml/2006/main" noGrp="1"/>
          </p:cNvSpPr>
          <p:nvPr/>
        </p:nvSpPr>
        <p:spPr>
          <a:xfrm xmlns:a="http://schemas.openxmlformats.org/drawingml/2006/main">
            <a:off x="7905750" y="4552950"/>
            <a:ext cx="1809750" cy="838200"/>
          </a:xfrm>
          <a:prstGeom xmlns:a="http://schemas.openxmlformats.org/drawingml/2006/main" prst="rect">
            <a:avLst/>
          </a:prstGeom>
          <a:solidFill xmlns:a="http://schemas.openxmlformats.org/drawingml/2006/main">
            <a:srgbClr val="ECF6F0"/>
          </a:solidFill>
          <a:ln xmlns:a="http://schemas.openxmlformats.org/drawingml/2006/main" w="9525">
            <a:solidFill>
              <a:srgbClr val="DAE1EF"/>
            </a:solid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23" name="pass-label">
            <a:extLst xmlns:a="http://schemas.openxmlformats.org/drawingml/2006/main">
              <a:ext uri="{FF2B5EF4-FFF2-40B4-BE49-F238E27FC236}">
                <a16:creationId xmlns:a16="http://schemas.microsoft.com/office/drawing/2014/main" id="{37376009-9101-4EEE-B51B-BCE4886C0474}"/>
              </a:ext>
            </a:extLst>
          </p:cNvPr>
          <p:cNvSpPr>
            <a:spLocks xmlns:a="http://schemas.openxmlformats.org/drawingml/2006/main" noGrp="1"/>
          </p:cNvSpPr>
          <p:nvPr/>
        </p:nvSpPr>
        <p:spPr>
          <a:xfrm xmlns:a="http://schemas.openxmlformats.org/drawingml/2006/main">
            <a:off x="8077200" y="4667250"/>
            <a:ext cx="1466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20304E"/>
                </a:solidFill>
                <a:latin typeface="Arial"/>
                <a:ea typeface="Arial"/>
                <a:cs typeface="Arial"/>
              </a:defRPr>
            </a:defPPr>
            <a:lvl1pPr algn="l">
              <a:defRPr sz="1725" b="1">
                <a:solidFill>
                  <a:srgbClr val="20304E"/>
                </a:solidFill>
                <a:latin typeface="Arial"/>
                <a:ea typeface="Arial"/>
                <a:cs typeface="Arial"/>
              </a:defRPr>
            </a:lvl1pPr>
            <a:lvl2pPr algn="l">
              <a:defRPr sz="1725" b="1">
                <a:solidFill>
                  <a:srgbClr val="20304E"/>
                </a:solidFill>
                <a:latin typeface="Arial"/>
                <a:ea typeface="Arial"/>
                <a:cs typeface="Arial"/>
              </a:defRPr>
            </a:lvl2pPr>
            <a:lvl3pPr algn="l">
              <a:defRPr sz="1725" b="1">
                <a:solidFill>
                  <a:srgbClr val="20304E"/>
                </a:solidFill>
                <a:latin typeface="Arial"/>
                <a:ea typeface="Arial"/>
                <a:cs typeface="Arial"/>
              </a:defRPr>
            </a:lvl3pPr>
            <a:lvl4pPr algn="l">
              <a:defRPr sz="1725" b="1">
                <a:solidFill>
                  <a:srgbClr val="20304E"/>
                </a:solidFill>
                <a:latin typeface="Arial"/>
                <a:ea typeface="Arial"/>
                <a:cs typeface="Arial"/>
              </a:defRPr>
            </a:lvl4pPr>
            <a:lvl5pPr algn="l">
              <a:defRPr sz="1725" b="1">
                <a:solidFill>
                  <a:srgbClr val="20304E"/>
                </a:solidFill>
                <a:latin typeface="Arial"/>
                <a:ea typeface="Arial"/>
                <a:cs typeface="Arial"/>
              </a:defRPr>
            </a:lvl5pPr>
            <a:lvl6pPr algn="l">
              <a:defRPr sz="1725" b="1">
                <a:solidFill>
                  <a:srgbClr val="20304E"/>
                </a:solidFill>
                <a:latin typeface="Arial"/>
                <a:ea typeface="Arial"/>
                <a:cs typeface="Arial"/>
              </a:defRPr>
            </a:lvl6pPr>
            <a:lvl7pPr algn="l">
              <a:defRPr sz="1725" b="1">
                <a:solidFill>
                  <a:srgbClr val="20304E"/>
                </a:solidFill>
                <a:latin typeface="Arial"/>
                <a:ea typeface="Arial"/>
                <a:cs typeface="Arial"/>
              </a:defRPr>
            </a:lvl7pPr>
            <a:lvl8pPr algn="l">
              <a:defRPr sz="1725" b="1">
                <a:solidFill>
                  <a:srgbClr val="20304E"/>
                </a:solidFill>
                <a:latin typeface="Arial"/>
                <a:ea typeface="Arial"/>
                <a:cs typeface="Arial"/>
              </a:defRPr>
            </a:lvl8pPr>
            <a:lvl9pPr algn="l">
              <a:defRPr sz="1725" b="1">
                <a:solidFill>
                  <a:srgbClr val="20304E"/>
                </a:solidFill>
                <a:latin typeface="Arial"/>
                <a:ea typeface="Arial"/>
                <a:cs typeface="Arial"/>
              </a:defRPr>
            </a:lvl9pPr>
          </a:lstStyle>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Research</a:t>
            </a:r>
          </a:p>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shortlist</a:t>
            </a:r>
          </a:p>
        </p:txBody>
      </p:sp>
      <p:sp>
        <p:nvSpPr>
          <p:cNvPr id="24" name="abstain">
            <a:extLst xmlns:a="http://schemas.openxmlformats.org/drawingml/2006/main">
              <a:ext uri="{FF2B5EF4-FFF2-40B4-BE49-F238E27FC236}">
                <a16:creationId xmlns:a16="http://schemas.microsoft.com/office/drawing/2014/main" id="{F6022B4E-B3E8-459F-868C-D57DBE7D0D66}"/>
              </a:ext>
            </a:extLst>
          </p:cNvPr>
          <p:cNvSpPr>
            <a:spLocks xmlns:a="http://schemas.openxmlformats.org/drawingml/2006/main" noGrp="1"/>
          </p:cNvSpPr>
          <p:nvPr/>
        </p:nvSpPr>
        <p:spPr>
          <a:xfrm xmlns:a="http://schemas.openxmlformats.org/drawingml/2006/main">
            <a:off x="9982200" y="4552950"/>
            <a:ext cx="1524000" cy="838200"/>
          </a:xfrm>
          <a:prstGeom xmlns:a="http://schemas.openxmlformats.org/drawingml/2006/main" prst="rect">
            <a:avLst/>
          </a:prstGeom>
          <a:solidFill xmlns:a="http://schemas.openxmlformats.org/drawingml/2006/main">
            <a:srgbClr val="F8EEEE"/>
          </a:solidFill>
          <a:ln xmlns:a="http://schemas.openxmlformats.org/drawingml/2006/main" w="9525">
            <a:solidFill>
              <a:srgbClr val="DAE1EF"/>
            </a:solid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25" name="abstain-label">
            <a:extLst xmlns:a="http://schemas.openxmlformats.org/drawingml/2006/main">
              <a:ext uri="{FF2B5EF4-FFF2-40B4-BE49-F238E27FC236}">
                <a16:creationId xmlns:a16="http://schemas.microsoft.com/office/drawing/2014/main" id="{0846DC99-40A9-4767-B64B-00422C77445C}"/>
              </a:ext>
            </a:extLst>
          </p:cNvPr>
          <p:cNvSpPr>
            <a:spLocks xmlns:a="http://schemas.openxmlformats.org/drawingml/2006/main" noGrp="1"/>
          </p:cNvSpPr>
          <p:nvPr/>
        </p:nvSpPr>
        <p:spPr>
          <a:xfrm xmlns:a="http://schemas.openxmlformats.org/drawingml/2006/main">
            <a:off x="10153650" y="4667250"/>
            <a:ext cx="1181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1">
                <a:solidFill>
                  <a:srgbClr val="20304E"/>
                </a:solidFill>
                <a:latin typeface="Arial"/>
                <a:ea typeface="Arial"/>
                <a:cs typeface="Arial"/>
              </a:defRPr>
            </a:defPPr>
            <a:lvl1pPr algn="l">
              <a:defRPr sz="1725" b="1">
                <a:solidFill>
                  <a:srgbClr val="20304E"/>
                </a:solidFill>
                <a:latin typeface="Arial"/>
                <a:ea typeface="Arial"/>
                <a:cs typeface="Arial"/>
              </a:defRPr>
            </a:lvl1pPr>
            <a:lvl2pPr algn="l">
              <a:defRPr sz="1725" b="1">
                <a:solidFill>
                  <a:srgbClr val="20304E"/>
                </a:solidFill>
                <a:latin typeface="Arial"/>
                <a:ea typeface="Arial"/>
                <a:cs typeface="Arial"/>
              </a:defRPr>
            </a:lvl2pPr>
            <a:lvl3pPr algn="l">
              <a:defRPr sz="1725" b="1">
                <a:solidFill>
                  <a:srgbClr val="20304E"/>
                </a:solidFill>
                <a:latin typeface="Arial"/>
                <a:ea typeface="Arial"/>
                <a:cs typeface="Arial"/>
              </a:defRPr>
            </a:lvl3pPr>
            <a:lvl4pPr algn="l">
              <a:defRPr sz="1725" b="1">
                <a:solidFill>
                  <a:srgbClr val="20304E"/>
                </a:solidFill>
                <a:latin typeface="Arial"/>
                <a:ea typeface="Arial"/>
                <a:cs typeface="Arial"/>
              </a:defRPr>
            </a:lvl4pPr>
            <a:lvl5pPr algn="l">
              <a:defRPr sz="1725" b="1">
                <a:solidFill>
                  <a:srgbClr val="20304E"/>
                </a:solidFill>
                <a:latin typeface="Arial"/>
                <a:ea typeface="Arial"/>
                <a:cs typeface="Arial"/>
              </a:defRPr>
            </a:lvl5pPr>
            <a:lvl6pPr algn="l">
              <a:defRPr sz="1725" b="1">
                <a:solidFill>
                  <a:srgbClr val="20304E"/>
                </a:solidFill>
                <a:latin typeface="Arial"/>
                <a:ea typeface="Arial"/>
                <a:cs typeface="Arial"/>
              </a:defRPr>
            </a:lvl6pPr>
            <a:lvl7pPr algn="l">
              <a:defRPr sz="1725" b="1">
                <a:solidFill>
                  <a:srgbClr val="20304E"/>
                </a:solidFill>
                <a:latin typeface="Arial"/>
                <a:ea typeface="Arial"/>
                <a:cs typeface="Arial"/>
              </a:defRPr>
            </a:lvl7pPr>
            <a:lvl8pPr algn="l">
              <a:defRPr sz="1725" b="1">
                <a:solidFill>
                  <a:srgbClr val="20304E"/>
                </a:solidFill>
                <a:latin typeface="Arial"/>
                <a:ea typeface="Arial"/>
                <a:cs typeface="Arial"/>
              </a:defRPr>
            </a:lvl8pPr>
            <a:lvl9pPr algn="l">
              <a:defRPr sz="1725" b="1">
                <a:solidFill>
                  <a:srgbClr val="20304E"/>
                </a:solidFill>
                <a:latin typeface="Arial"/>
                <a:ea typeface="Arial"/>
                <a:cs typeface="Arial"/>
              </a:defRPr>
            </a:lvl9pPr>
          </a:lstStyle>
          <a:p xmlns:a="http://schemas.openxmlformats.org/drawingml/2006/main">
            <a:pPr algn="l">
              <a:defRPr sz="1725" b="1">
                <a:solidFill>
                  <a:srgbClr val="20304E"/>
                </a:solidFill>
                <a:latin typeface="Arial"/>
                <a:ea typeface="Arial"/>
                <a:cs typeface="Arial"/>
              </a:defRPr>
            </a:pPr>
            <a:r>
              <a:rPr sz="1725" b="1">
                <a:solidFill>
                  <a:srgbClr val="20304E"/>
                </a:solidFill>
                <a:latin typeface="Arial"/>
                <a:ea typeface="Arial"/>
                <a:cs typeface="Arial"/>
              </a:rPr>
              <a:t>Abstain</a:t>
            </a:r>
          </a:p>
        </p:txBody>
      </p:sp>
      <p:sp>
        <p:nvSpPr>
          <p:cNvPr id="26" name="loop-label">
            <a:extLst xmlns:a="http://schemas.openxmlformats.org/drawingml/2006/main">
              <a:ext uri="{FF2B5EF4-FFF2-40B4-BE49-F238E27FC236}">
                <a16:creationId xmlns:a16="http://schemas.microsoft.com/office/drawing/2014/main" id="{7A5985B9-A201-497C-9BF9-4B88BDB93BCA}"/>
              </a:ext>
            </a:extLst>
          </p:cNvPr>
          <p:cNvSpPr>
            <a:spLocks xmlns:a="http://schemas.openxmlformats.org/drawingml/2006/main" noGrp="1"/>
          </p:cNvSpPr>
          <p:nvPr/>
        </p:nvSpPr>
        <p:spPr>
          <a:xfrm xmlns:a="http://schemas.openxmlformats.org/drawingml/2006/main">
            <a:off x="685800"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E6D86"/>
                </a:solidFill>
                <a:latin typeface="Arial"/>
                <a:ea typeface="Arial"/>
                <a:cs typeface="Arial"/>
              </a:defRPr>
            </a:defPPr>
            <a:lvl1pPr algn="l">
              <a:defRPr sz="1875" b="0">
                <a:solidFill>
                  <a:srgbClr val="5E6D86"/>
                </a:solidFill>
                <a:latin typeface="Arial"/>
                <a:ea typeface="Arial"/>
                <a:cs typeface="Arial"/>
              </a:defRPr>
            </a:lvl1pPr>
            <a:lvl2pPr algn="l">
              <a:defRPr sz="1875" b="0">
                <a:solidFill>
                  <a:srgbClr val="5E6D86"/>
                </a:solidFill>
                <a:latin typeface="Arial"/>
                <a:ea typeface="Arial"/>
                <a:cs typeface="Arial"/>
              </a:defRPr>
            </a:lvl2pPr>
            <a:lvl3pPr algn="l">
              <a:defRPr sz="1875" b="0">
                <a:solidFill>
                  <a:srgbClr val="5E6D86"/>
                </a:solidFill>
                <a:latin typeface="Arial"/>
                <a:ea typeface="Arial"/>
                <a:cs typeface="Arial"/>
              </a:defRPr>
            </a:lvl3pPr>
            <a:lvl4pPr algn="l">
              <a:defRPr sz="1875" b="0">
                <a:solidFill>
                  <a:srgbClr val="5E6D86"/>
                </a:solidFill>
                <a:latin typeface="Arial"/>
                <a:ea typeface="Arial"/>
                <a:cs typeface="Arial"/>
              </a:defRPr>
            </a:lvl4pPr>
            <a:lvl5pPr algn="l">
              <a:defRPr sz="1875" b="0">
                <a:solidFill>
                  <a:srgbClr val="5E6D86"/>
                </a:solidFill>
                <a:latin typeface="Arial"/>
                <a:ea typeface="Arial"/>
                <a:cs typeface="Arial"/>
              </a:defRPr>
            </a:lvl5pPr>
            <a:lvl6pPr algn="l">
              <a:defRPr sz="1875" b="0">
                <a:solidFill>
                  <a:srgbClr val="5E6D86"/>
                </a:solidFill>
                <a:latin typeface="Arial"/>
                <a:ea typeface="Arial"/>
                <a:cs typeface="Arial"/>
              </a:defRPr>
            </a:lvl6pPr>
            <a:lvl7pPr algn="l">
              <a:defRPr sz="1875" b="0">
                <a:solidFill>
                  <a:srgbClr val="5E6D86"/>
                </a:solidFill>
                <a:latin typeface="Arial"/>
                <a:ea typeface="Arial"/>
                <a:cs typeface="Arial"/>
              </a:defRPr>
            </a:lvl7pPr>
            <a:lvl8pPr algn="l">
              <a:defRPr sz="1875" b="0">
                <a:solidFill>
                  <a:srgbClr val="5E6D86"/>
                </a:solidFill>
                <a:latin typeface="Arial"/>
                <a:ea typeface="Arial"/>
                <a:cs typeface="Arial"/>
              </a:defRPr>
            </a:lvl8pPr>
            <a:lvl9pPr algn="l">
              <a:defRPr sz="1875" b="0">
                <a:solidFill>
                  <a:srgbClr val="5E6D86"/>
                </a:solidFill>
                <a:latin typeface="Arial"/>
                <a:ea typeface="Arial"/>
                <a:cs typeface="Arial"/>
              </a:defRPr>
            </a:lvl9pPr>
          </a:lstStyle>
          <a:p xmlns:a="http://schemas.openxmlformats.org/drawingml/2006/main">
            <a:pPr algn="l">
              <a:defRPr sz="1875" b="0">
                <a:solidFill>
                  <a:srgbClr val="5E6D86"/>
                </a:solidFill>
                <a:latin typeface="Arial"/>
                <a:ea typeface="Arial"/>
                <a:cs typeface="Arial"/>
              </a:defRPr>
            </a:pPr>
            <a:r>
              <a:rPr sz="1875" b="0">
                <a:solidFill>
                  <a:srgbClr val="5E6D86"/>
                </a:solidFill>
                <a:latin typeface="Arial"/>
                <a:ea typeface="Arial"/>
                <a:cs typeface="Arial"/>
              </a:rPr>
              <a:t>State carries context. Models never override hard risk limits.</a:t>
            </a:r>
          </a:p>
        </p:txBody>
      </p:sp>
    </p:spTree>
    <p:extLst>
      <p:ext uri="{BB962C8B-B14F-4D97-AF65-F5344CB8AC3E}">
        <p14:creationId xmlns:p14="http://schemas.microsoft.com/office/powerpoint/2010/main" val="960209396"/>
      </p:ext>
    </p:extLst>
  </p:cSld>
</p:sld>
</file>

<file path=ppt/slides/slide5.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0D7CB0A9-F9AB-4AB4-A6BE-B60D87F03D10}"/>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0304E"/>
                </a:solidFill>
                <a:latin typeface="Arial"/>
                <a:ea typeface="Arial"/>
                <a:cs typeface="Arial"/>
              </a:defRPr>
            </a:defPPr>
            <a:lvl1pPr algn="l">
              <a:defRPr sz="3300" b="1">
                <a:solidFill>
                  <a:srgbClr val="20304E"/>
                </a:solidFill>
                <a:latin typeface="Arial"/>
                <a:ea typeface="Arial"/>
                <a:cs typeface="Arial"/>
              </a:defRPr>
            </a:lvl1pPr>
            <a:lvl2pPr algn="l">
              <a:defRPr sz="3300" b="1">
                <a:solidFill>
                  <a:srgbClr val="20304E"/>
                </a:solidFill>
                <a:latin typeface="Arial"/>
                <a:ea typeface="Arial"/>
                <a:cs typeface="Arial"/>
              </a:defRPr>
            </a:lvl2pPr>
            <a:lvl3pPr algn="l">
              <a:defRPr sz="3300" b="1">
                <a:solidFill>
                  <a:srgbClr val="20304E"/>
                </a:solidFill>
                <a:latin typeface="Arial"/>
                <a:ea typeface="Arial"/>
                <a:cs typeface="Arial"/>
              </a:defRPr>
            </a:lvl3pPr>
            <a:lvl4pPr algn="l">
              <a:defRPr sz="3300" b="1">
                <a:solidFill>
                  <a:srgbClr val="20304E"/>
                </a:solidFill>
                <a:latin typeface="Arial"/>
                <a:ea typeface="Arial"/>
                <a:cs typeface="Arial"/>
              </a:defRPr>
            </a:lvl4pPr>
            <a:lvl5pPr algn="l">
              <a:defRPr sz="3300" b="1">
                <a:solidFill>
                  <a:srgbClr val="20304E"/>
                </a:solidFill>
                <a:latin typeface="Arial"/>
                <a:ea typeface="Arial"/>
                <a:cs typeface="Arial"/>
              </a:defRPr>
            </a:lvl5pPr>
            <a:lvl6pPr algn="l">
              <a:defRPr sz="3300" b="1">
                <a:solidFill>
                  <a:srgbClr val="20304E"/>
                </a:solidFill>
                <a:latin typeface="Arial"/>
                <a:ea typeface="Arial"/>
                <a:cs typeface="Arial"/>
              </a:defRPr>
            </a:lvl6pPr>
            <a:lvl7pPr algn="l">
              <a:defRPr sz="3300" b="1">
                <a:solidFill>
                  <a:srgbClr val="20304E"/>
                </a:solidFill>
                <a:latin typeface="Arial"/>
                <a:ea typeface="Arial"/>
                <a:cs typeface="Arial"/>
              </a:defRPr>
            </a:lvl7pPr>
            <a:lvl8pPr algn="l">
              <a:defRPr sz="3300" b="1">
                <a:solidFill>
                  <a:srgbClr val="20304E"/>
                </a:solidFill>
                <a:latin typeface="Arial"/>
                <a:ea typeface="Arial"/>
                <a:cs typeface="Arial"/>
              </a:defRPr>
            </a:lvl8pPr>
            <a:lvl9pPr algn="l">
              <a:defRPr sz="3300" b="1">
                <a:solidFill>
                  <a:srgbClr val="20304E"/>
                </a:solidFill>
                <a:latin typeface="Arial"/>
                <a:ea typeface="Arial"/>
                <a:cs typeface="Arial"/>
              </a:defRPr>
            </a:lvl9pPr>
          </a:lstStyle>
          <a:p xmlns:a="http://schemas.openxmlformats.org/drawingml/2006/main">
            <a:pPr algn="l">
              <a:defRPr sz="3300" b="1">
                <a:solidFill>
                  <a:srgbClr val="20304E"/>
                </a:solidFill>
                <a:latin typeface="Arial"/>
                <a:ea typeface="Arial"/>
                <a:cs typeface="Arial"/>
              </a:defRPr>
            </a:pPr>
            <a:r>
              <a:rPr sz="3300" b="1">
                <a:solidFill>
                  <a:srgbClr val="20304E"/>
                </a:solidFill>
                <a:latin typeface="Arial"/>
                <a:ea typeface="Arial"/>
                <a:cs typeface="Arial"/>
              </a:rPr>
              <a:t>The most useful answer can be “no”.</a:t>
            </a:r>
          </a:p>
        </p:txBody>
      </p:sp>
      <p:sp>
        <p:nvSpPr>
          <p:cNvPr id="3" name="accent">
            <a:extLst xmlns:a="http://schemas.openxmlformats.org/drawingml/2006/main">
              <a:ext uri="{FF2B5EF4-FFF2-40B4-BE49-F238E27FC236}">
                <a16:creationId xmlns:a16="http://schemas.microsoft.com/office/drawing/2014/main" id="{DCD28697-2B58-493F-8BEB-57AE990F2F6E}"/>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4" name="folio">
            <a:extLst xmlns:a="http://schemas.openxmlformats.org/drawingml/2006/main">
              <a:ext uri="{FF2B5EF4-FFF2-40B4-BE49-F238E27FC236}">
                <a16:creationId xmlns:a16="http://schemas.microsoft.com/office/drawing/2014/main" id="{72C4EF60-C380-434E-8F4F-4764F74CB796}"/>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8794AD"/>
                </a:solidFill>
                <a:latin typeface="Arial"/>
                <a:ea typeface="Arial"/>
                <a:cs typeface="Arial"/>
              </a:defRPr>
            </a:defPPr>
            <a:lvl1pPr algn="l">
              <a:defRPr sz="1050" b="0">
                <a:solidFill>
                  <a:srgbClr val="8794AD"/>
                </a:solidFill>
                <a:latin typeface="Arial"/>
                <a:ea typeface="Arial"/>
                <a:cs typeface="Arial"/>
              </a:defRPr>
            </a:lvl1pPr>
            <a:lvl2pPr algn="l">
              <a:defRPr sz="1050" b="0">
                <a:solidFill>
                  <a:srgbClr val="8794AD"/>
                </a:solidFill>
                <a:latin typeface="Arial"/>
                <a:ea typeface="Arial"/>
                <a:cs typeface="Arial"/>
              </a:defRPr>
            </a:lvl2pPr>
            <a:lvl3pPr algn="l">
              <a:defRPr sz="1050" b="0">
                <a:solidFill>
                  <a:srgbClr val="8794AD"/>
                </a:solidFill>
                <a:latin typeface="Arial"/>
                <a:ea typeface="Arial"/>
                <a:cs typeface="Arial"/>
              </a:defRPr>
            </a:lvl3pPr>
            <a:lvl4pPr algn="l">
              <a:defRPr sz="1050" b="0">
                <a:solidFill>
                  <a:srgbClr val="8794AD"/>
                </a:solidFill>
                <a:latin typeface="Arial"/>
                <a:ea typeface="Arial"/>
                <a:cs typeface="Arial"/>
              </a:defRPr>
            </a:lvl4pPr>
            <a:lvl5pPr algn="l">
              <a:defRPr sz="1050" b="0">
                <a:solidFill>
                  <a:srgbClr val="8794AD"/>
                </a:solidFill>
                <a:latin typeface="Arial"/>
                <a:ea typeface="Arial"/>
                <a:cs typeface="Arial"/>
              </a:defRPr>
            </a:lvl5pPr>
            <a:lvl6pPr algn="l">
              <a:defRPr sz="1050" b="0">
                <a:solidFill>
                  <a:srgbClr val="8794AD"/>
                </a:solidFill>
                <a:latin typeface="Arial"/>
                <a:ea typeface="Arial"/>
                <a:cs typeface="Arial"/>
              </a:defRPr>
            </a:lvl6pPr>
            <a:lvl7pPr algn="l">
              <a:defRPr sz="1050" b="0">
                <a:solidFill>
                  <a:srgbClr val="8794AD"/>
                </a:solidFill>
                <a:latin typeface="Arial"/>
                <a:ea typeface="Arial"/>
                <a:cs typeface="Arial"/>
              </a:defRPr>
            </a:lvl7pPr>
            <a:lvl8pPr algn="l">
              <a:defRPr sz="1050" b="0">
                <a:solidFill>
                  <a:srgbClr val="8794AD"/>
                </a:solidFill>
                <a:latin typeface="Arial"/>
                <a:ea typeface="Arial"/>
                <a:cs typeface="Arial"/>
              </a:defRPr>
            </a:lvl8pPr>
            <a:lvl9pPr algn="l">
              <a:defRPr sz="1050" b="0">
                <a:solidFill>
                  <a:srgbClr val="8794AD"/>
                </a:solidFill>
                <a:latin typeface="Arial"/>
                <a:ea typeface="Arial"/>
                <a:cs typeface="Arial"/>
              </a:defRPr>
            </a:lvl9pPr>
          </a:lstStyle>
          <a:p xmlns:a="http://schemas.openxmlformats.org/drawingml/2006/main">
            <a:pPr algn="l">
              <a:defRPr sz="1050" b="0">
                <a:solidFill>
                  <a:srgbClr val="8794AD"/>
                </a:solidFill>
                <a:latin typeface="Arial"/>
                <a:ea typeface="Arial"/>
                <a:cs typeface="Arial"/>
              </a:defRPr>
            </a:pPr>
            <a:r>
              <a:rPr sz="1050" b="0">
                <a:solidFill>
                  <a:srgbClr val="8794AD"/>
                </a:solidFill>
                <a:latin typeface="Arial"/>
                <a:ea typeface="Arial"/>
                <a:cs typeface="Arial"/>
              </a:rPr>
              <a:t>05</a:t>
            </a:r>
          </a:p>
        </p:txBody>
      </p:sp>
      <p:sp>
        <p:nvSpPr>
          <p:cNvPr id="5" name="abstention-lead">
            <a:extLst xmlns:a="http://schemas.openxmlformats.org/drawingml/2006/main">
              <a:ext uri="{FF2B5EF4-FFF2-40B4-BE49-F238E27FC236}">
                <a16:creationId xmlns:a16="http://schemas.microsoft.com/office/drawing/2014/main" id="{2985C312-E148-4A81-8986-761534D76761}"/>
              </a:ext>
            </a:extLst>
          </p:cNvPr>
          <p:cNvSpPr>
            <a:spLocks xmlns:a="http://schemas.openxmlformats.org/drawingml/2006/main" noGrp="1"/>
          </p:cNvSpPr>
          <p:nvPr/>
        </p:nvSpPr>
        <p:spPr>
          <a:xfrm xmlns:a="http://schemas.openxmlformats.org/drawingml/2006/main">
            <a:off x="685800" y="21336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5E6D86"/>
                </a:solidFill>
                <a:latin typeface="Arial"/>
                <a:ea typeface="Arial"/>
                <a:cs typeface="Arial"/>
              </a:defRPr>
            </a:defPPr>
            <a:lvl1pPr algn="l">
              <a:defRPr sz="2175" b="0">
                <a:solidFill>
                  <a:srgbClr val="5E6D86"/>
                </a:solidFill>
                <a:latin typeface="Arial"/>
                <a:ea typeface="Arial"/>
                <a:cs typeface="Arial"/>
              </a:defRPr>
            </a:lvl1pPr>
            <a:lvl2pPr algn="l">
              <a:defRPr sz="2175" b="0">
                <a:solidFill>
                  <a:srgbClr val="5E6D86"/>
                </a:solidFill>
                <a:latin typeface="Arial"/>
                <a:ea typeface="Arial"/>
                <a:cs typeface="Arial"/>
              </a:defRPr>
            </a:lvl2pPr>
            <a:lvl3pPr algn="l">
              <a:defRPr sz="2175" b="0">
                <a:solidFill>
                  <a:srgbClr val="5E6D86"/>
                </a:solidFill>
                <a:latin typeface="Arial"/>
                <a:ea typeface="Arial"/>
                <a:cs typeface="Arial"/>
              </a:defRPr>
            </a:lvl3pPr>
            <a:lvl4pPr algn="l">
              <a:defRPr sz="2175" b="0">
                <a:solidFill>
                  <a:srgbClr val="5E6D86"/>
                </a:solidFill>
                <a:latin typeface="Arial"/>
                <a:ea typeface="Arial"/>
                <a:cs typeface="Arial"/>
              </a:defRPr>
            </a:lvl4pPr>
            <a:lvl5pPr algn="l">
              <a:defRPr sz="2175" b="0">
                <a:solidFill>
                  <a:srgbClr val="5E6D86"/>
                </a:solidFill>
                <a:latin typeface="Arial"/>
                <a:ea typeface="Arial"/>
                <a:cs typeface="Arial"/>
              </a:defRPr>
            </a:lvl5pPr>
            <a:lvl6pPr algn="l">
              <a:defRPr sz="2175" b="0">
                <a:solidFill>
                  <a:srgbClr val="5E6D86"/>
                </a:solidFill>
                <a:latin typeface="Arial"/>
                <a:ea typeface="Arial"/>
                <a:cs typeface="Arial"/>
              </a:defRPr>
            </a:lvl6pPr>
            <a:lvl7pPr algn="l">
              <a:defRPr sz="2175" b="0">
                <a:solidFill>
                  <a:srgbClr val="5E6D86"/>
                </a:solidFill>
                <a:latin typeface="Arial"/>
                <a:ea typeface="Arial"/>
                <a:cs typeface="Arial"/>
              </a:defRPr>
            </a:lvl7pPr>
            <a:lvl8pPr algn="l">
              <a:defRPr sz="2175" b="0">
                <a:solidFill>
                  <a:srgbClr val="5E6D86"/>
                </a:solidFill>
                <a:latin typeface="Arial"/>
                <a:ea typeface="Arial"/>
                <a:cs typeface="Arial"/>
              </a:defRPr>
            </a:lvl8pPr>
            <a:lvl9pPr algn="l">
              <a:defRPr sz="2175" b="0">
                <a:solidFill>
                  <a:srgbClr val="5E6D86"/>
                </a:solidFill>
                <a:latin typeface="Arial"/>
                <a:ea typeface="Arial"/>
                <a:cs typeface="Arial"/>
              </a:defRPr>
            </a:lvl9pPr>
          </a:lstStyle>
          <a:p xmlns:a="http://schemas.openxmlformats.org/drawingml/2006/main">
            <a:pPr algn="l">
              <a:defRPr sz="2175" b="0">
                <a:solidFill>
                  <a:srgbClr val="5E6D86"/>
                </a:solidFill>
                <a:latin typeface="Arial"/>
                <a:ea typeface="Arial"/>
                <a:cs typeface="Arial"/>
              </a:defRPr>
            </a:pPr>
            <a:r>
              <a:rPr sz="2175" b="0">
                <a:solidFill>
                  <a:srgbClr val="5E6D86"/>
                </a:solidFill>
                <a:latin typeface="Arial"/>
                <a:ea typeface="Arial"/>
                <a:cs typeface="Arial"/>
              </a:rPr>
              <a:t>A return goal is an aspiration. A risk constraint is a boundary.</a:t>
            </a:r>
          </a:p>
        </p:txBody>
      </p:sp>
      <p:sp>
        <p:nvSpPr>
          <p:cNvPr id="6" name="mandate-label">
            <a:extLst xmlns:a="http://schemas.openxmlformats.org/drawingml/2006/main">
              <a:ext uri="{FF2B5EF4-FFF2-40B4-BE49-F238E27FC236}">
                <a16:creationId xmlns:a16="http://schemas.microsoft.com/office/drawing/2014/main" id="{B3B47190-3CC4-4DD7-B4DB-68CBC0B7E44B}"/>
              </a:ext>
            </a:extLst>
          </p:cNvPr>
          <p:cNvSpPr>
            <a:spLocks xmlns:a="http://schemas.openxmlformats.org/drawingml/2006/main" noGrp="1"/>
          </p:cNvSpPr>
          <p:nvPr/>
        </p:nvSpPr>
        <p:spPr>
          <a:xfrm xmlns:a="http://schemas.openxmlformats.org/drawingml/2006/main">
            <a:off x="685800" y="31718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1">
                <a:solidFill>
                  <a:srgbClr val="4359E8"/>
                </a:solidFill>
                <a:latin typeface="Arial"/>
                <a:ea typeface="Arial"/>
                <a:cs typeface="Arial"/>
              </a:defRPr>
            </a:defPPr>
            <a:lvl1pPr algn="l">
              <a:defRPr sz="1350" b="1">
                <a:solidFill>
                  <a:srgbClr val="4359E8"/>
                </a:solidFill>
                <a:latin typeface="Arial"/>
                <a:ea typeface="Arial"/>
                <a:cs typeface="Arial"/>
              </a:defRPr>
            </a:lvl1pPr>
            <a:lvl2pPr algn="l">
              <a:defRPr sz="1350" b="1">
                <a:solidFill>
                  <a:srgbClr val="4359E8"/>
                </a:solidFill>
                <a:latin typeface="Arial"/>
                <a:ea typeface="Arial"/>
                <a:cs typeface="Arial"/>
              </a:defRPr>
            </a:lvl2pPr>
            <a:lvl3pPr algn="l">
              <a:defRPr sz="1350" b="1">
                <a:solidFill>
                  <a:srgbClr val="4359E8"/>
                </a:solidFill>
                <a:latin typeface="Arial"/>
                <a:ea typeface="Arial"/>
                <a:cs typeface="Arial"/>
              </a:defRPr>
            </a:lvl3pPr>
            <a:lvl4pPr algn="l">
              <a:defRPr sz="1350" b="1">
                <a:solidFill>
                  <a:srgbClr val="4359E8"/>
                </a:solidFill>
                <a:latin typeface="Arial"/>
                <a:ea typeface="Arial"/>
                <a:cs typeface="Arial"/>
              </a:defRPr>
            </a:lvl4pPr>
            <a:lvl5pPr algn="l">
              <a:defRPr sz="1350" b="1">
                <a:solidFill>
                  <a:srgbClr val="4359E8"/>
                </a:solidFill>
                <a:latin typeface="Arial"/>
                <a:ea typeface="Arial"/>
                <a:cs typeface="Arial"/>
              </a:defRPr>
            </a:lvl5pPr>
            <a:lvl6pPr algn="l">
              <a:defRPr sz="1350" b="1">
                <a:solidFill>
                  <a:srgbClr val="4359E8"/>
                </a:solidFill>
                <a:latin typeface="Arial"/>
                <a:ea typeface="Arial"/>
                <a:cs typeface="Arial"/>
              </a:defRPr>
            </a:lvl6pPr>
            <a:lvl7pPr algn="l">
              <a:defRPr sz="1350" b="1">
                <a:solidFill>
                  <a:srgbClr val="4359E8"/>
                </a:solidFill>
                <a:latin typeface="Arial"/>
                <a:ea typeface="Arial"/>
                <a:cs typeface="Arial"/>
              </a:defRPr>
            </a:lvl7pPr>
            <a:lvl8pPr algn="l">
              <a:defRPr sz="1350" b="1">
                <a:solidFill>
                  <a:srgbClr val="4359E8"/>
                </a:solidFill>
                <a:latin typeface="Arial"/>
                <a:ea typeface="Arial"/>
                <a:cs typeface="Arial"/>
              </a:defRPr>
            </a:lvl8pPr>
            <a:lvl9pPr algn="l">
              <a:defRPr sz="1350" b="1">
                <a:solidFill>
                  <a:srgbClr val="4359E8"/>
                </a:solidFill>
                <a:latin typeface="Arial"/>
                <a:ea typeface="Arial"/>
                <a:cs typeface="Arial"/>
              </a:defRPr>
            </a:lvl9pPr>
          </a:lstStyle>
          <a:p xmlns:a="http://schemas.openxmlformats.org/drawingml/2006/main">
            <a:pPr algn="l">
              <a:defRPr sz="1350" b="1">
                <a:solidFill>
                  <a:srgbClr val="4359E8"/>
                </a:solidFill>
                <a:latin typeface="Arial"/>
                <a:ea typeface="Arial"/>
                <a:cs typeface="Arial"/>
              </a:defRPr>
            </a:pPr>
            <a:r>
              <a:rPr sz="1350" b="1">
                <a:solidFill>
                  <a:srgbClr val="4359E8"/>
                </a:solidFill>
                <a:latin typeface="Arial"/>
                <a:ea typeface="Arial"/>
                <a:cs typeface="Arial"/>
              </a:rPr>
              <a:t>ILLUSTRATIVE RESEARCH MANDATE</a:t>
            </a:r>
          </a:p>
        </p:txBody>
      </p:sp>
      <p:sp>
        <p:nvSpPr>
          <p:cNvPr id="7" name="mandate-value">
            <a:extLst xmlns:a="http://schemas.openxmlformats.org/drawingml/2006/main">
              <a:ext uri="{FF2B5EF4-FFF2-40B4-BE49-F238E27FC236}">
                <a16:creationId xmlns:a16="http://schemas.microsoft.com/office/drawing/2014/main" id="{D75BE8BB-1FE4-4673-B1CF-BFDA8A25769D}"/>
              </a:ext>
            </a:extLst>
          </p:cNvPr>
          <p:cNvSpPr>
            <a:spLocks xmlns:a="http://schemas.openxmlformats.org/drawingml/2006/main" noGrp="1"/>
          </p:cNvSpPr>
          <p:nvPr/>
        </p:nvSpPr>
        <p:spPr>
          <a:xfrm xmlns:a="http://schemas.openxmlformats.org/drawingml/2006/main">
            <a:off x="685800" y="3705225"/>
            <a:ext cx="5429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850" b="1">
                <a:solidFill>
                  <a:srgbClr val="20304E"/>
                </a:solidFill>
                <a:latin typeface="Arial"/>
                <a:ea typeface="Arial"/>
                <a:cs typeface="Arial"/>
              </a:defRPr>
            </a:defPPr>
            <a:lvl1pPr algn="l">
              <a:defRPr sz="2850" b="1">
                <a:solidFill>
                  <a:srgbClr val="20304E"/>
                </a:solidFill>
                <a:latin typeface="Arial"/>
                <a:ea typeface="Arial"/>
                <a:cs typeface="Arial"/>
              </a:defRPr>
            </a:lvl1pPr>
            <a:lvl2pPr algn="l">
              <a:defRPr sz="2850" b="1">
                <a:solidFill>
                  <a:srgbClr val="20304E"/>
                </a:solidFill>
                <a:latin typeface="Arial"/>
                <a:ea typeface="Arial"/>
                <a:cs typeface="Arial"/>
              </a:defRPr>
            </a:lvl2pPr>
            <a:lvl3pPr algn="l">
              <a:defRPr sz="2850" b="1">
                <a:solidFill>
                  <a:srgbClr val="20304E"/>
                </a:solidFill>
                <a:latin typeface="Arial"/>
                <a:ea typeface="Arial"/>
                <a:cs typeface="Arial"/>
              </a:defRPr>
            </a:lvl3pPr>
            <a:lvl4pPr algn="l">
              <a:defRPr sz="2850" b="1">
                <a:solidFill>
                  <a:srgbClr val="20304E"/>
                </a:solidFill>
                <a:latin typeface="Arial"/>
                <a:ea typeface="Arial"/>
                <a:cs typeface="Arial"/>
              </a:defRPr>
            </a:lvl4pPr>
            <a:lvl5pPr algn="l">
              <a:defRPr sz="2850" b="1">
                <a:solidFill>
                  <a:srgbClr val="20304E"/>
                </a:solidFill>
                <a:latin typeface="Arial"/>
                <a:ea typeface="Arial"/>
                <a:cs typeface="Arial"/>
              </a:defRPr>
            </a:lvl5pPr>
            <a:lvl6pPr algn="l">
              <a:defRPr sz="2850" b="1">
                <a:solidFill>
                  <a:srgbClr val="20304E"/>
                </a:solidFill>
                <a:latin typeface="Arial"/>
                <a:ea typeface="Arial"/>
                <a:cs typeface="Arial"/>
              </a:defRPr>
            </a:lvl6pPr>
            <a:lvl7pPr algn="l">
              <a:defRPr sz="2850" b="1">
                <a:solidFill>
                  <a:srgbClr val="20304E"/>
                </a:solidFill>
                <a:latin typeface="Arial"/>
                <a:ea typeface="Arial"/>
                <a:cs typeface="Arial"/>
              </a:defRPr>
            </a:lvl7pPr>
            <a:lvl8pPr algn="l">
              <a:defRPr sz="2850" b="1">
                <a:solidFill>
                  <a:srgbClr val="20304E"/>
                </a:solidFill>
                <a:latin typeface="Arial"/>
                <a:ea typeface="Arial"/>
                <a:cs typeface="Arial"/>
              </a:defRPr>
            </a:lvl8pPr>
            <a:lvl9pPr algn="l">
              <a:defRPr sz="2850" b="1">
                <a:solidFill>
                  <a:srgbClr val="20304E"/>
                </a:solidFill>
                <a:latin typeface="Arial"/>
                <a:ea typeface="Arial"/>
                <a:cs typeface="Arial"/>
              </a:defRPr>
            </a:lvl9pPr>
          </a:lstStyle>
          <a:p xmlns:a="http://schemas.openxmlformats.org/drawingml/2006/main">
            <a:pPr algn="l">
              <a:defRPr sz="2850" b="1">
                <a:solidFill>
                  <a:srgbClr val="20304E"/>
                </a:solidFill>
                <a:latin typeface="Arial"/>
                <a:ea typeface="Arial"/>
                <a:cs typeface="Arial"/>
              </a:defRPr>
            </a:pPr>
            <a:r>
              <a:rPr sz="2850" b="1">
                <a:solidFill>
                  <a:srgbClr val="20304E"/>
                </a:solidFill>
                <a:latin typeface="Arial"/>
                <a:ea typeface="Arial"/>
                <a:cs typeface="Arial"/>
              </a:rPr>
              <a:t>40% return goal</a:t>
            </a:r>
          </a:p>
          <a:p xmlns:a="http://schemas.openxmlformats.org/drawingml/2006/main">
            <a:pPr algn="l">
              <a:defRPr sz="2850" b="1">
                <a:solidFill>
                  <a:srgbClr val="20304E"/>
                </a:solidFill>
                <a:latin typeface="Arial"/>
                <a:ea typeface="Arial"/>
                <a:cs typeface="Arial"/>
              </a:defRPr>
            </a:pPr>
            <a:r>
              <a:rPr sz="2850" b="1">
                <a:solidFill>
                  <a:srgbClr val="20304E"/>
                </a:solidFill>
                <a:latin typeface="Arial"/>
                <a:ea typeface="Arial"/>
                <a:cs typeface="Arial"/>
              </a:rPr>
              <a:t>5% volatility comfort</a:t>
            </a:r>
          </a:p>
          <a:p xmlns:a="http://schemas.openxmlformats.org/drawingml/2006/main">
            <a:pPr algn="l">
              <a:defRPr sz="2850" b="1">
                <a:solidFill>
                  <a:srgbClr val="20304E"/>
                </a:solidFill>
                <a:latin typeface="Arial"/>
                <a:ea typeface="Arial"/>
                <a:cs typeface="Arial"/>
              </a:defRPr>
            </a:pPr>
            <a:r>
              <a:rPr sz="2850" b="1">
                <a:solidFill>
                  <a:srgbClr val="20304E"/>
                </a:solidFill>
                <a:latin typeface="Arial"/>
                <a:ea typeface="Arial"/>
                <a:cs typeface="Arial"/>
              </a:rPr>
              <a:t>6-month horizon</a:t>
            </a:r>
          </a:p>
        </p:txBody>
      </p:sp>
      <p:sp>
        <p:nvSpPr>
          <p:cNvPr id="8" name="abstention-separator">
            <a:extLst xmlns:a="http://schemas.openxmlformats.org/drawingml/2006/main">
              <a:ext uri="{FF2B5EF4-FFF2-40B4-BE49-F238E27FC236}">
                <a16:creationId xmlns:a16="http://schemas.microsoft.com/office/drawing/2014/main" id="{F8E2FC92-848B-47B1-AC2B-B9AA27ABD91B}"/>
              </a:ext>
            </a:extLst>
          </p:cNvPr>
          <p:cNvSpPr>
            <a:spLocks xmlns:a="http://schemas.openxmlformats.org/drawingml/2006/main" noGrp="1"/>
          </p:cNvSpPr>
          <p:nvPr/>
        </p:nvSpPr>
        <p:spPr>
          <a:xfrm xmlns:a="http://schemas.openxmlformats.org/drawingml/2006/main">
            <a:off x="6257925" y="3190875"/>
            <a:ext cx="19050" cy="2133600"/>
          </a:xfrm>
          <a:prstGeom xmlns:a="http://schemas.openxmlformats.org/drawingml/2006/main" prst="rect">
            <a:avLst/>
          </a:prstGeom>
          <a:solidFill xmlns:a="http://schemas.openxmlformats.org/drawingml/2006/main">
            <a:srgbClr val="DAE1EF"/>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9" name="outcome-title">
            <a:extLst xmlns:a="http://schemas.openxmlformats.org/drawingml/2006/main">
              <a:ext uri="{FF2B5EF4-FFF2-40B4-BE49-F238E27FC236}">
                <a16:creationId xmlns:a16="http://schemas.microsoft.com/office/drawing/2014/main" id="{A7C6EE39-B631-471C-800A-59321F92C5C8}"/>
              </a:ext>
            </a:extLst>
          </p:cNvPr>
          <p:cNvSpPr>
            <a:spLocks xmlns:a="http://schemas.openxmlformats.org/drawingml/2006/main" noGrp="1"/>
          </p:cNvSpPr>
          <p:nvPr/>
        </p:nvSpPr>
        <p:spPr>
          <a:xfrm xmlns:a="http://schemas.openxmlformats.org/drawingml/2006/main">
            <a:off x="6867525" y="340995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AC5965"/>
                </a:solidFill>
                <a:latin typeface="Arial"/>
                <a:ea typeface="Arial"/>
                <a:cs typeface="Arial"/>
              </a:defRPr>
            </a:defPPr>
            <a:lvl1pPr algn="l">
              <a:defRPr sz="2550" b="1">
                <a:solidFill>
                  <a:srgbClr val="AC5965"/>
                </a:solidFill>
                <a:latin typeface="Arial"/>
                <a:ea typeface="Arial"/>
                <a:cs typeface="Arial"/>
              </a:defRPr>
            </a:lvl1pPr>
            <a:lvl2pPr algn="l">
              <a:defRPr sz="2550" b="1">
                <a:solidFill>
                  <a:srgbClr val="AC5965"/>
                </a:solidFill>
                <a:latin typeface="Arial"/>
                <a:ea typeface="Arial"/>
                <a:cs typeface="Arial"/>
              </a:defRPr>
            </a:lvl2pPr>
            <a:lvl3pPr algn="l">
              <a:defRPr sz="2550" b="1">
                <a:solidFill>
                  <a:srgbClr val="AC5965"/>
                </a:solidFill>
                <a:latin typeface="Arial"/>
                <a:ea typeface="Arial"/>
                <a:cs typeface="Arial"/>
              </a:defRPr>
            </a:lvl3pPr>
            <a:lvl4pPr algn="l">
              <a:defRPr sz="2550" b="1">
                <a:solidFill>
                  <a:srgbClr val="AC5965"/>
                </a:solidFill>
                <a:latin typeface="Arial"/>
                <a:ea typeface="Arial"/>
                <a:cs typeface="Arial"/>
              </a:defRPr>
            </a:lvl4pPr>
            <a:lvl5pPr algn="l">
              <a:defRPr sz="2550" b="1">
                <a:solidFill>
                  <a:srgbClr val="AC5965"/>
                </a:solidFill>
                <a:latin typeface="Arial"/>
                <a:ea typeface="Arial"/>
                <a:cs typeface="Arial"/>
              </a:defRPr>
            </a:lvl5pPr>
            <a:lvl6pPr algn="l">
              <a:defRPr sz="2550" b="1">
                <a:solidFill>
                  <a:srgbClr val="AC5965"/>
                </a:solidFill>
                <a:latin typeface="Arial"/>
                <a:ea typeface="Arial"/>
                <a:cs typeface="Arial"/>
              </a:defRPr>
            </a:lvl6pPr>
            <a:lvl7pPr algn="l">
              <a:defRPr sz="2550" b="1">
                <a:solidFill>
                  <a:srgbClr val="AC5965"/>
                </a:solidFill>
                <a:latin typeface="Arial"/>
                <a:ea typeface="Arial"/>
                <a:cs typeface="Arial"/>
              </a:defRPr>
            </a:lvl7pPr>
            <a:lvl8pPr algn="l">
              <a:defRPr sz="2550" b="1">
                <a:solidFill>
                  <a:srgbClr val="AC5965"/>
                </a:solidFill>
                <a:latin typeface="Arial"/>
                <a:ea typeface="Arial"/>
                <a:cs typeface="Arial"/>
              </a:defRPr>
            </a:lvl8pPr>
            <a:lvl9pPr algn="l">
              <a:defRPr sz="2550" b="1">
                <a:solidFill>
                  <a:srgbClr val="AC5965"/>
                </a:solidFill>
                <a:latin typeface="Arial"/>
                <a:ea typeface="Arial"/>
                <a:cs typeface="Arial"/>
              </a:defRPr>
            </a:lvl9pPr>
          </a:lstStyle>
          <a:p xmlns:a="http://schemas.openxmlformats.org/drawingml/2006/main">
            <a:pPr algn="l">
              <a:defRPr sz="2550" b="1">
                <a:solidFill>
                  <a:srgbClr val="AC5965"/>
                </a:solidFill>
                <a:latin typeface="Arial"/>
                <a:ea typeface="Arial"/>
                <a:cs typeface="Arial"/>
              </a:defRPr>
            </a:pPr>
            <a:r>
              <a:rPr sz="2550" b="1">
                <a:solidFill>
                  <a:srgbClr val="AC5965"/>
                </a:solidFill>
                <a:latin typeface="Arial"/>
                <a:ea typeface="Arial"/>
                <a:cs typeface="Arial"/>
              </a:rPr>
              <a:t>Committee abstains</a:t>
            </a:r>
          </a:p>
        </p:txBody>
      </p:sp>
      <p:sp>
        <p:nvSpPr>
          <p:cNvPr id="10" name="outcome-copy">
            <a:extLst xmlns:a="http://schemas.openxmlformats.org/drawingml/2006/main">
              <a:ext uri="{FF2B5EF4-FFF2-40B4-BE49-F238E27FC236}">
                <a16:creationId xmlns:a16="http://schemas.microsoft.com/office/drawing/2014/main" id="{0173AC5D-6237-4A98-AA11-0B15E5C58EBF}"/>
              </a:ext>
            </a:extLst>
          </p:cNvPr>
          <p:cNvSpPr>
            <a:spLocks xmlns:a="http://schemas.openxmlformats.org/drawingml/2006/main" noGrp="1"/>
          </p:cNvSpPr>
          <p:nvPr/>
        </p:nvSpPr>
        <p:spPr>
          <a:xfrm xmlns:a="http://schemas.openxmlformats.org/drawingml/2006/main">
            <a:off x="6867525" y="4171950"/>
            <a:ext cx="4476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5E6D86"/>
                </a:solidFill>
                <a:latin typeface="Arial"/>
                <a:ea typeface="Arial"/>
                <a:cs typeface="Arial"/>
              </a:defRPr>
            </a:defPPr>
            <a:lvl1pPr algn="l">
              <a:defRPr sz="2025" b="0">
                <a:solidFill>
                  <a:srgbClr val="5E6D86"/>
                </a:solidFill>
                <a:latin typeface="Arial"/>
                <a:ea typeface="Arial"/>
                <a:cs typeface="Arial"/>
              </a:defRPr>
            </a:lvl1pPr>
            <a:lvl2pPr algn="l">
              <a:defRPr sz="2025" b="0">
                <a:solidFill>
                  <a:srgbClr val="5E6D86"/>
                </a:solidFill>
                <a:latin typeface="Arial"/>
                <a:ea typeface="Arial"/>
                <a:cs typeface="Arial"/>
              </a:defRPr>
            </a:lvl2pPr>
            <a:lvl3pPr algn="l">
              <a:defRPr sz="2025" b="0">
                <a:solidFill>
                  <a:srgbClr val="5E6D86"/>
                </a:solidFill>
                <a:latin typeface="Arial"/>
                <a:ea typeface="Arial"/>
                <a:cs typeface="Arial"/>
              </a:defRPr>
            </a:lvl3pPr>
            <a:lvl4pPr algn="l">
              <a:defRPr sz="2025" b="0">
                <a:solidFill>
                  <a:srgbClr val="5E6D86"/>
                </a:solidFill>
                <a:latin typeface="Arial"/>
                <a:ea typeface="Arial"/>
                <a:cs typeface="Arial"/>
              </a:defRPr>
            </a:lvl4pPr>
            <a:lvl5pPr algn="l">
              <a:defRPr sz="2025" b="0">
                <a:solidFill>
                  <a:srgbClr val="5E6D86"/>
                </a:solidFill>
                <a:latin typeface="Arial"/>
                <a:ea typeface="Arial"/>
                <a:cs typeface="Arial"/>
              </a:defRPr>
            </a:lvl5pPr>
            <a:lvl6pPr algn="l">
              <a:defRPr sz="2025" b="0">
                <a:solidFill>
                  <a:srgbClr val="5E6D86"/>
                </a:solidFill>
                <a:latin typeface="Arial"/>
                <a:ea typeface="Arial"/>
                <a:cs typeface="Arial"/>
              </a:defRPr>
            </a:lvl6pPr>
            <a:lvl7pPr algn="l">
              <a:defRPr sz="2025" b="0">
                <a:solidFill>
                  <a:srgbClr val="5E6D86"/>
                </a:solidFill>
                <a:latin typeface="Arial"/>
                <a:ea typeface="Arial"/>
                <a:cs typeface="Arial"/>
              </a:defRPr>
            </a:lvl7pPr>
            <a:lvl8pPr algn="l">
              <a:defRPr sz="2025" b="0">
                <a:solidFill>
                  <a:srgbClr val="5E6D86"/>
                </a:solidFill>
                <a:latin typeface="Arial"/>
                <a:ea typeface="Arial"/>
                <a:cs typeface="Arial"/>
              </a:defRPr>
            </a:lvl8pPr>
            <a:lvl9pPr algn="l">
              <a:defRPr sz="2025" b="0">
                <a:solidFill>
                  <a:srgbClr val="5E6D86"/>
                </a:solidFill>
                <a:latin typeface="Arial"/>
                <a:ea typeface="Arial"/>
                <a:cs typeface="Arial"/>
              </a:defRPr>
            </a:lvl9pPr>
          </a:lstStyle>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It explains the conflict, preserves</a:t>
            </a:r>
          </a:p>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the rejected cases and makes</a:t>
            </a:r>
          </a:p>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zero model calls for this mandate.</a:t>
            </a:r>
          </a:p>
        </p:txBody>
      </p:sp>
      <p:sp>
        <p:nvSpPr>
          <p:cNvPr id="11" name="boundary">
            <a:extLst xmlns:a="http://schemas.openxmlformats.org/drawingml/2006/main">
              <a:ext uri="{FF2B5EF4-FFF2-40B4-BE49-F238E27FC236}">
                <a16:creationId xmlns:a16="http://schemas.microsoft.com/office/drawing/2014/main" id="{E2B89B7C-733A-41F5-BE40-879C9CCFE029}"/>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75" b="0">
                <a:solidFill>
                  <a:srgbClr val="5E6D86"/>
                </a:solidFill>
                <a:latin typeface="Arial"/>
                <a:ea typeface="Arial"/>
                <a:cs typeface="Arial"/>
              </a:defRPr>
            </a:defPPr>
            <a:lvl1pPr algn="l">
              <a:defRPr sz="1575" b="0">
                <a:solidFill>
                  <a:srgbClr val="5E6D86"/>
                </a:solidFill>
                <a:latin typeface="Arial"/>
                <a:ea typeface="Arial"/>
                <a:cs typeface="Arial"/>
              </a:defRPr>
            </a:lvl1pPr>
            <a:lvl2pPr algn="l">
              <a:defRPr sz="1575" b="0">
                <a:solidFill>
                  <a:srgbClr val="5E6D86"/>
                </a:solidFill>
                <a:latin typeface="Arial"/>
                <a:ea typeface="Arial"/>
                <a:cs typeface="Arial"/>
              </a:defRPr>
            </a:lvl2pPr>
            <a:lvl3pPr algn="l">
              <a:defRPr sz="1575" b="0">
                <a:solidFill>
                  <a:srgbClr val="5E6D86"/>
                </a:solidFill>
                <a:latin typeface="Arial"/>
                <a:ea typeface="Arial"/>
                <a:cs typeface="Arial"/>
              </a:defRPr>
            </a:lvl3pPr>
            <a:lvl4pPr algn="l">
              <a:defRPr sz="1575" b="0">
                <a:solidFill>
                  <a:srgbClr val="5E6D86"/>
                </a:solidFill>
                <a:latin typeface="Arial"/>
                <a:ea typeface="Arial"/>
                <a:cs typeface="Arial"/>
              </a:defRPr>
            </a:lvl4pPr>
            <a:lvl5pPr algn="l">
              <a:defRPr sz="1575" b="0">
                <a:solidFill>
                  <a:srgbClr val="5E6D86"/>
                </a:solidFill>
                <a:latin typeface="Arial"/>
                <a:ea typeface="Arial"/>
                <a:cs typeface="Arial"/>
              </a:defRPr>
            </a:lvl5pPr>
            <a:lvl6pPr algn="l">
              <a:defRPr sz="1575" b="0">
                <a:solidFill>
                  <a:srgbClr val="5E6D86"/>
                </a:solidFill>
                <a:latin typeface="Arial"/>
                <a:ea typeface="Arial"/>
                <a:cs typeface="Arial"/>
              </a:defRPr>
            </a:lvl6pPr>
            <a:lvl7pPr algn="l">
              <a:defRPr sz="1575" b="0">
                <a:solidFill>
                  <a:srgbClr val="5E6D86"/>
                </a:solidFill>
                <a:latin typeface="Arial"/>
                <a:ea typeface="Arial"/>
                <a:cs typeface="Arial"/>
              </a:defRPr>
            </a:lvl7pPr>
            <a:lvl8pPr algn="l">
              <a:defRPr sz="1575" b="0">
                <a:solidFill>
                  <a:srgbClr val="5E6D86"/>
                </a:solidFill>
                <a:latin typeface="Arial"/>
                <a:ea typeface="Arial"/>
                <a:cs typeface="Arial"/>
              </a:defRPr>
            </a:lvl8pPr>
            <a:lvl9pPr algn="l">
              <a:defRPr sz="1575" b="0">
                <a:solidFill>
                  <a:srgbClr val="5E6D86"/>
                </a:solidFill>
                <a:latin typeface="Arial"/>
                <a:ea typeface="Arial"/>
                <a:cs typeface="Arial"/>
              </a:defRPr>
            </a:lvl9pPr>
          </a:lstStyle>
          <a:p xmlns:a="http://schemas.openxmlformats.org/drawingml/2006/main">
            <a:pPr algn="l">
              <a:defRPr sz="1575" b="0">
                <a:solidFill>
                  <a:srgbClr val="5E6D86"/>
                </a:solidFill>
                <a:latin typeface="Arial"/>
                <a:ea typeface="Arial"/>
                <a:cs typeface="Arial"/>
              </a:defRPr>
            </a:pPr>
            <a:r>
              <a:rPr sz="1575" b="0">
                <a:solidFill>
                  <a:srgbClr val="5E6D86"/>
                </a:solidFill>
                <a:latin typeface="Arial"/>
                <a:ea typeface="Arial"/>
                <a:cs typeface="Arial"/>
              </a:rPr>
              <a:t>Historical risk measures do not cap future losses.</a:t>
            </a:r>
          </a:p>
        </p:txBody>
      </p:sp>
    </p:spTree>
    <p:extLst>
      <p:ext uri="{BB962C8B-B14F-4D97-AF65-F5344CB8AC3E}">
        <p14:creationId xmlns:p14="http://schemas.microsoft.com/office/powerpoint/2010/main" val="1302073839"/>
      </p:ext>
    </p:extLst>
  </p:cSld>
</p:sld>
</file>

<file path=ppt/slides/slide6.xml><?xml version="1.0" encoding="utf-8"?>
<p:sld xmlns:p="http://schemas.openxmlformats.org/presentationml/2006/main">
  <p:cSld>
    <p:bg>
      <p:bgPr>
        <a:solidFill xmlns:a="http://schemas.openxmlformats.org/drawingml/2006/main">
          <a:srgbClr val="101C35"/>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95DA27A1-7B8D-400F-8B39-860A0AA08D59}"/>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Every sponsor component has a specific job.</a:t>
            </a:r>
          </a:p>
        </p:txBody>
      </p:sp>
      <p:sp>
        <p:nvSpPr>
          <p:cNvPr id="3" name="accent">
            <a:extLst xmlns:a="http://schemas.openxmlformats.org/drawingml/2006/main">
              <a:ext uri="{FF2B5EF4-FFF2-40B4-BE49-F238E27FC236}">
                <a16:creationId xmlns:a16="http://schemas.microsoft.com/office/drawing/2014/main" id="{AE1A4B14-E608-4488-BBA2-7610CF267F89}"/>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4" name="folio">
            <a:extLst xmlns:a="http://schemas.openxmlformats.org/drawingml/2006/main">
              <a:ext uri="{FF2B5EF4-FFF2-40B4-BE49-F238E27FC236}">
                <a16:creationId xmlns:a16="http://schemas.microsoft.com/office/drawing/2014/main" id="{11658C9A-56AE-41ED-800F-94BC9DA11255}"/>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93A3C4"/>
                </a:solidFill>
                <a:latin typeface="Arial"/>
                <a:ea typeface="Arial"/>
                <a:cs typeface="Arial"/>
              </a:defRPr>
            </a:defPPr>
            <a:lvl1pPr algn="l">
              <a:defRPr sz="1050" b="0">
                <a:solidFill>
                  <a:srgbClr val="93A3C4"/>
                </a:solidFill>
                <a:latin typeface="Arial"/>
                <a:ea typeface="Arial"/>
                <a:cs typeface="Arial"/>
              </a:defRPr>
            </a:lvl1pPr>
            <a:lvl2pPr algn="l">
              <a:defRPr sz="1050" b="0">
                <a:solidFill>
                  <a:srgbClr val="93A3C4"/>
                </a:solidFill>
                <a:latin typeface="Arial"/>
                <a:ea typeface="Arial"/>
                <a:cs typeface="Arial"/>
              </a:defRPr>
            </a:lvl2pPr>
            <a:lvl3pPr algn="l">
              <a:defRPr sz="1050" b="0">
                <a:solidFill>
                  <a:srgbClr val="93A3C4"/>
                </a:solidFill>
                <a:latin typeface="Arial"/>
                <a:ea typeface="Arial"/>
                <a:cs typeface="Arial"/>
              </a:defRPr>
            </a:lvl3pPr>
            <a:lvl4pPr algn="l">
              <a:defRPr sz="1050" b="0">
                <a:solidFill>
                  <a:srgbClr val="93A3C4"/>
                </a:solidFill>
                <a:latin typeface="Arial"/>
                <a:ea typeface="Arial"/>
                <a:cs typeface="Arial"/>
              </a:defRPr>
            </a:lvl4pPr>
            <a:lvl5pPr algn="l">
              <a:defRPr sz="1050" b="0">
                <a:solidFill>
                  <a:srgbClr val="93A3C4"/>
                </a:solidFill>
                <a:latin typeface="Arial"/>
                <a:ea typeface="Arial"/>
                <a:cs typeface="Arial"/>
              </a:defRPr>
            </a:lvl5pPr>
            <a:lvl6pPr algn="l">
              <a:defRPr sz="1050" b="0">
                <a:solidFill>
                  <a:srgbClr val="93A3C4"/>
                </a:solidFill>
                <a:latin typeface="Arial"/>
                <a:ea typeface="Arial"/>
                <a:cs typeface="Arial"/>
              </a:defRPr>
            </a:lvl6pPr>
            <a:lvl7pPr algn="l">
              <a:defRPr sz="1050" b="0">
                <a:solidFill>
                  <a:srgbClr val="93A3C4"/>
                </a:solidFill>
                <a:latin typeface="Arial"/>
                <a:ea typeface="Arial"/>
                <a:cs typeface="Arial"/>
              </a:defRPr>
            </a:lvl7pPr>
            <a:lvl8pPr algn="l">
              <a:defRPr sz="1050" b="0">
                <a:solidFill>
                  <a:srgbClr val="93A3C4"/>
                </a:solidFill>
                <a:latin typeface="Arial"/>
                <a:ea typeface="Arial"/>
                <a:cs typeface="Arial"/>
              </a:defRPr>
            </a:lvl8pPr>
            <a:lvl9pPr algn="l">
              <a:defRPr sz="1050" b="0">
                <a:solidFill>
                  <a:srgbClr val="93A3C4"/>
                </a:solidFill>
                <a:latin typeface="Arial"/>
                <a:ea typeface="Arial"/>
                <a:cs typeface="Arial"/>
              </a:defRPr>
            </a:lvl9pPr>
          </a:lstStyle>
          <a:p xmlns:a="http://schemas.openxmlformats.org/drawingml/2006/main">
            <a:pPr algn="l">
              <a:defRPr sz="1050" b="0">
                <a:solidFill>
                  <a:srgbClr val="93A3C4"/>
                </a:solidFill>
                <a:latin typeface="Arial"/>
                <a:ea typeface="Arial"/>
                <a:cs typeface="Arial"/>
              </a:defRPr>
            </a:pPr>
            <a:r>
              <a:rPr sz="1050" b="0">
                <a:solidFill>
                  <a:srgbClr val="93A3C4"/>
                </a:solidFill>
                <a:latin typeface="Arial"/>
                <a:ea typeface="Arial"/>
                <a:cs typeface="Arial"/>
              </a:rPr>
              <a:t>06</a:t>
            </a:r>
          </a:p>
        </p:txBody>
      </p:sp>
      <p:sp>
        <p:nvSpPr>
          <p:cNvPr id="5" name="sponsor-rule-0">
            <a:extLst xmlns:a="http://schemas.openxmlformats.org/drawingml/2006/main">
              <a:ext uri="{FF2B5EF4-FFF2-40B4-BE49-F238E27FC236}">
                <a16:creationId xmlns:a16="http://schemas.microsoft.com/office/drawing/2014/main" id="{1C5BEE32-DEC4-402E-B447-37EE7F7FFB87}"/>
              </a:ext>
            </a:extLst>
          </p:cNvPr>
          <p:cNvSpPr>
            <a:spLocks xmlns:a="http://schemas.openxmlformats.org/drawingml/2006/main" noGrp="1"/>
          </p:cNvSpPr>
          <p:nvPr/>
        </p:nvSpPr>
        <p:spPr>
          <a:xfrm xmlns:a="http://schemas.openxmlformats.org/drawingml/2006/main">
            <a:off x="685800" y="2209800"/>
            <a:ext cx="10820400" cy="9525"/>
          </a:xfrm>
          <a:prstGeom xmlns:a="http://schemas.openxmlformats.org/drawingml/2006/main" prst="rect">
            <a:avLst/>
          </a:prstGeom>
          <a:solidFill xmlns:a="http://schemas.openxmlformats.org/drawingml/2006/main">
            <a:srgbClr val="2D3B57"/>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6" name="sponsor-name-0">
            <a:extLst xmlns:a="http://schemas.openxmlformats.org/drawingml/2006/main">
              <a:ext uri="{FF2B5EF4-FFF2-40B4-BE49-F238E27FC236}">
                <a16:creationId xmlns:a16="http://schemas.microsoft.com/office/drawing/2014/main" id="{90204347-516E-4E3E-9DCA-B330887F4DA8}"/>
              </a:ext>
            </a:extLst>
          </p:cNvPr>
          <p:cNvSpPr>
            <a:spLocks xmlns:a="http://schemas.openxmlformats.org/drawingml/2006/main" noGrp="1"/>
          </p:cNvSpPr>
          <p:nvPr/>
        </p:nvSpPr>
        <p:spPr>
          <a:xfrm xmlns:a="http://schemas.openxmlformats.org/drawingml/2006/main">
            <a:off x="685800" y="23241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Meterless H-MEM</a:t>
            </a:r>
          </a:p>
        </p:txBody>
      </p:sp>
      <p:sp>
        <p:nvSpPr>
          <p:cNvPr id="7" name="sponsor-job-0">
            <a:extLst xmlns:a="http://schemas.openxmlformats.org/drawingml/2006/main">
              <a:ext uri="{FF2B5EF4-FFF2-40B4-BE49-F238E27FC236}">
                <a16:creationId xmlns:a16="http://schemas.microsoft.com/office/drawing/2014/main" id="{F014FC4B-CEF0-43A1-96BB-EA821B8A218E}"/>
              </a:ext>
            </a:extLst>
          </p:cNvPr>
          <p:cNvSpPr>
            <a:spLocks xmlns:a="http://schemas.openxmlformats.org/drawingml/2006/main" noGrp="1"/>
          </p:cNvSpPr>
          <p:nvPr/>
        </p:nvSpPr>
        <p:spPr>
          <a:xfrm xmlns:a="http://schemas.openxmlformats.org/drawingml/2006/main">
            <a:off x="3476625" y="23241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B9C6E9"/>
                </a:solidFill>
                <a:latin typeface="Arial"/>
                <a:ea typeface="Arial"/>
                <a:cs typeface="Arial"/>
              </a:defRPr>
            </a:defPPr>
            <a:lvl1pPr algn="l">
              <a:defRPr sz="1800" b="0">
                <a:solidFill>
                  <a:srgbClr val="B9C6E9"/>
                </a:solidFill>
                <a:latin typeface="Arial"/>
                <a:ea typeface="Arial"/>
                <a:cs typeface="Arial"/>
              </a:defRPr>
            </a:lvl1pPr>
            <a:lvl2pPr algn="l">
              <a:defRPr sz="1800" b="0">
                <a:solidFill>
                  <a:srgbClr val="B9C6E9"/>
                </a:solidFill>
                <a:latin typeface="Arial"/>
                <a:ea typeface="Arial"/>
                <a:cs typeface="Arial"/>
              </a:defRPr>
            </a:lvl2pPr>
            <a:lvl3pPr algn="l">
              <a:defRPr sz="1800" b="0">
                <a:solidFill>
                  <a:srgbClr val="B9C6E9"/>
                </a:solidFill>
                <a:latin typeface="Arial"/>
                <a:ea typeface="Arial"/>
                <a:cs typeface="Arial"/>
              </a:defRPr>
            </a:lvl3pPr>
            <a:lvl4pPr algn="l">
              <a:defRPr sz="1800" b="0">
                <a:solidFill>
                  <a:srgbClr val="B9C6E9"/>
                </a:solidFill>
                <a:latin typeface="Arial"/>
                <a:ea typeface="Arial"/>
                <a:cs typeface="Arial"/>
              </a:defRPr>
            </a:lvl4pPr>
            <a:lvl5pPr algn="l">
              <a:defRPr sz="1800" b="0">
                <a:solidFill>
                  <a:srgbClr val="B9C6E9"/>
                </a:solidFill>
                <a:latin typeface="Arial"/>
                <a:ea typeface="Arial"/>
                <a:cs typeface="Arial"/>
              </a:defRPr>
            </a:lvl5pPr>
            <a:lvl6pPr algn="l">
              <a:defRPr sz="1800" b="0">
                <a:solidFill>
                  <a:srgbClr val="B9C6E9"/>
                </a:solidFill>
                <a:latin typeface="Arial"/>
                <a:ea typeface="Arial"/>
                <a:cs typeface="Arial"/>
              </a:defRPr>
            </a:lvl6pPr>
            <a:lvl7pPr algn="l">
              <a:defRPr sz="1800" b="0">
                <a:solidFill>
                  <a:srgbClr val="B9C6E9"/>
                </a:solidFill>
                <a:latin typeface="Arial"/>
                <a:ea typeface="Arial"/>
                <a:cs typeface="Arial"/>
              </a:defRPr>
            </a:lvl7pPr>
            <a:lvl8pPr algn="l">
              <a:defRPr sz="1800" b="0">
                <a:solidFill>
                  <a:srgbClr val="B9C6E9"/>
                </a:solidFill>
                <a:latin typeface="Arial"/>
                <a:ea typeface="Arial"/>
                <a:cs typeface="Arial"/>
              </a:defRPr>
            </a:lvl8pPr>
            <a:lvl9pPr algn="l">
              <a:defRPr sz="1800" b="0">
                <a:solidFill>
                  <a:srgbClr val="B9C6E9"/>
                </a:solidFill>
                <a:latin typeface="Arial"/>
                <a:ea typeface="Arial"/>
                <a:cs typeface="Arial"/>
              </a:defRPr>
            </a:lvl9pPr>
          </a:lstStyle>
          <a:p xmlns:a="http://schemas.openxmlformats.org/drawingml/2006/main">
            <a:pPr algn="l">
              <a:defRPr sz="1800" b="0">
                <a:solidFill>
                  <a:srgbClr val="B9C6E9"/>
                </a:solidFill>
                <a:latin typeface="Arial"/>
                <a:ea typeface="Arial"/>
                <a:cs typeface="Arial"/>
              </a:defRPr>
            </a:pPr>
            <a:r>
              <a:rPr sz="1800" b="0">
                <a:solidFill>
                  <a:srgbClr val="B9C6E9"/>
                </a:solidFill>
                <a:latin typeface="Arial"/>
                <a:ea typeface="Arial"/>
                <a:cs typeface="Arial"/>
              </a:rPr>
              <a:t>Retains decisions and recalls relevant context</a:t>
            </a:r>
          </a:p>
        </p:txBody>
      </p:sp>
      <p:sp>
        <p:nvSpPr>
          <p:cNvPr id="8" name="sponsor-proof-0">
            <a:extLst xmlns:a="http://schemas.openxmlformats.org/drawingml/2006/main">
              <a:ext uri="{FF2B5EF4-FFF2-40B4-BE49-F238E27FC236}">
                <a16:creationId xmlns:a16="http://schemas.microsoft.com/office/drawing/2014/main" id="{F258F38C-F430-471B-9BE4-5A33B457C0FB}"/>
              </a:ext>
            </a:extLst>
          </p:cNvPr>
          <p:cNvSpPr>
            <a:spLocks xmlns:a="http://schemas.openxmlformats.org/drawingml/2006/main" noGrp="1"/>
          </p:cNvSpPr>
          <p:nvPr/>
        </p:nvSpPr>
        <p:spPr>
          <a:xfrm xmlns:a="http://schemas.openxmlformats.org/drawingml/2006/main">
            <a:off x="8210550" y="2324100"/>
            <a:ext cx="329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9FD7BC"/>
                </a:solidFill>
                <a:latin typeface="Arial"/>
                <a:ea typeface="Arial"/>
                <a:cs typeface="Arial"/>
              </a:defRPr>
            </a:defPPr>
            <a:lvl1pPr algn="l">
              <a:defRPr sz="1725" b="0">
                <a:solidFill>
                  <a:srgbClr val="9FD7BC"/>
                </a:solidFill>
                <a:latin typeface="Arial"/>
                <a:ea typeface="Arial"/>
                <a:cs typeface="Arial"/>
              </a:defRPr>
            </a:lvl1pPr>
            <a:lvl2pPr algn="l">
              <a:defRPr sz="1725" b="0">
                <a:solidFill>
                  <a:srgbClr val="9FD7BC"/>
                </a:solidFill>
                <a:latin typeface="Arial"/>
                <a:ea typeface="Arial"/>
                <a:cs typeface="Arial"/>
              </a:defRPr>
            </a:lvl2pPr>
            <a:lvl3pPr algn="l">
              <a:defRPr sz="1725" b="0">
                <a:solidFill>
                  <a:srgbClr val="9FD7BC"/>
                </a:solidFill>
                <a:latin typeface="Arial"/>
                <a:ea typeface="Arial"/>
                <a:cs typeface="Arial"/>
              </a:defRPr>
            </a:lvl3pPr>
            <a:lvl4pPr algn="l">
              <a:defRPr sz="1725" b="0">
                <a:solidFill>
                  <a:srgbClr val="9FD7BC"/>
                </a:solidFill>
                <a:latin typeface="Arial"/>
                <a:ea typeface="Arial"/>
                <a:cs typeface="Arial"/>
              </a:defRPr>
            </a:lvl4pPr>
            <a:lvl5pPr algn="l">
              <a:defRPr sz="1725" b="0">
                <a:solidFill>
                  <a:srgbClr val="9FD7BC"/>
                </a:solidFill>
                <a:latin typeface="Arial"/>
                <a:ea typeface="Arial"/>
                <a:cs typeface="Arial"/>
              </a:defRPr>
            </a:lvl5pPr>
            <a:lvl6pPr algn="l">
              <a:defRPr sz="1725" b="0">
                <a:solidFill>
                  <a:srgbClr val="9FD7BC"/>
                </a:solidFill>
                <a:latin typeface="Arial"/>
                <a:ea typeface="Arial"/>
                <a:cs typeface="Arial"/>
              </a:defRPr>
            </a:lvl6pPr>
            <a:lvl7pPr algn="l">
              <a:defRPr sz="1725" b="0">
                <a:solidFill>
                  <a:srgbClr val="9FD7BC"/>
                </a:solidFill>
                <a:latin typeface="Arial"/>
                <a:ea typeface="Arial"/>
                <a:cs typeface="Arial"/>
              </a:defRPr>
            </a:lvl7pPr>
            <a:lvl8pPr algn="l">
              <a:defRPr sz="1725" b="0">
                <a:solidFill>
                  <a:srgbClr val="9FD7BC"/>
                </a:solidFill>
                <a:latin typeface="Arial"/>
                <a:ea typeface="Arial"/>
                <a:cs typeface="Arial"/>
              </a:defRPr>
            </a:lvl8pPr>
            <a:lvl9pPr algn="l">
              <a:defRPr sz="1725" b="0">
                <a:solidFill>
                  <a:srgbClr val="9FD7BC"/>
                </a:solidFill>
                <a:latin typeface="Arial"/>
                <a:ea typeface="Arial"/>
                <a:cs typeface="Arial"/>
              </a:defRPr>
            </a:lvl9pPr>
          </a:lstStyle>
          <a:p xmlns:a="http://schemas.openxmlformats.org/drawingml/2006/main">
            <a:pPr algn="l">
              <a:defRPr sz="1725" b="0">
                <a:solidFill>
                  <a:srgbClr val="9FD7BC"/>
                </a:solidFill>
                <a:latin typeface="Arial"/>
                <a:ea typeface="Arial"/>
                <a:cs typeface="Arial"/>
              </a:defRPr>
            </a:pPr>
            <a:r>
              <a:rPr sz="1725" b="0">
                <a:solidFill>
                  <a:srgbClr val="9FD7BC"/>
                </a:solidFill>
                <a:latin typeface="Arial"/>
                <a:ea typeface="Arial"/>
                <a:cs typeface="Arial"/>
              </a:rPr>
              <a:t>Verified reference engine; 13/13 conformance checks</a:t>
            </a:r>
          </a:p>
        </p:txBody>
      </p:sp>
      <p:sp>
        <p:nvSpPr>
          <p:cNvPr id="9" name="sponsor-rule-1">
            <a:extLst xmlns:a="http://schemas.openxmlformats.org/drawingml/2006/main">
              <a:ext uri="{FF2B5EF4-FFF2-40B4-BE49-F238E27FC236}">
                <a16:creationId xmlns:a16="http://schemas.microsoft.com/office/drawing/2014/main" id="{62BCB9FE-07BC-4BB6-9C28-2EA2E9D4956D}"/>
              </a:ext>
            </a:extLst>
          </p:cNvPr>
          <p:cNvSpPr>
            <a:spLocks xmlns:a="http://schemas.openxmlformats.org/drawingml/2006/main" noGrp="1"/>
          </p:cNvSpPr>
          <p:nvPr/>
        </p:nvSpPr>
        <p:spPr>
          <a:xfrm xmlns:a="http://schemas.openxmlformats.org/drawingml/2006/main">
            <a:off x="685800" y="3067050"/>
            <a:ext cx="10820400" cy="9525"/>
          </a:xfrm>
          <a:prstGeom xmlns:a="http://schemas.openxmlformats.org/drawingml/2006/main" prst="rect">
            <a:avLst/>
          </a:prstGeom>
          <a:solidFill xmlns:a="http://schemas.openxmlformats.org/drawingml/2006/main">
            <a:srgbClr val="2D3B57"/>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0" name="sponsor-name-1">
            <a:extLst xmlns:a="http://schemas.openxmlformats.org/drawingml/2006/main">
              <a:ext uri="{FF2B5EF4-FFF2-40B4-BE49-F238E27FC236}">
                <a16:creationId xmlns:a16="http://schemas.microsoft.com/office/drawing/2014/main" id="{68B296A7-0138-44A0-A41C-DA5528907E36}"/>
              </a:ext>
            </a:extLst>
          </p:cNvPr>
          <p:cNvSpPr>
            <a:spLocks xmlns:a="http://schemas.openxmlformats.org/drawingml/2006/main" noGrp="1"/>
          </p:cNvSpPr>
          <p:nvPr/>
        </p:nvSpPr>
        <p:spPr>
          <a:xfrm xmlns:a="http://schemas.openxmlformats.org/drawingml/2006/main">
            <a:off x="685800" y="318135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Meterless Nightshift</a:t>
            </a:r>
          </a:p>
        </p:txBody>
      </p:sp>
      <p:sp>
        <p:nvSpPr>
          <p:cNvPr id="11" name="sponsor-job-1">
            <a:extLst xmlns:a="http://schemas.openxmlformats.org/drawingml/2006/main">
              <a:ext uri="{FF2B5EF4-FFF2-40B4-BE49-F238E27FC236}">
                <a16:creationId xmlns:a16="http://schemas.microsoft.com/office/drawing/2014/main" id="{886ED9A0-26E7-4A43-88FF-05EB9D5EC8EB}"/>
              </a:ext>
            </a:extLst>
          </p:cNvPr>
          <p:cNvSpPr>
            <a:spLocks xmlns:a="http://schemas.openxmlformats.org/drawingml/2006/main" noGrp="1"/>
          </p:cNvSpPr>
          <p:nvPr/>
        </p:nvSpPr>
        <p:spPr>
          <a:xfrm xmlns:a="http://schemas.openxmlformats.org/drawingml/2006/main">
            <a:off x="3476625" y="31813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B9C6E9"/>
                </a:solidFill>
                <a:latin typeface="Arial"/>
                <a:ea typeface="Arial"/>
                <a:cs typeface="Arial"/>
              </a:defRPr>
            </a:defPPr>
            <a:lvl1pPr algn="l">
              <a:defRPr sz="1800" b="0">
                <a:solidFill>
                  <a:srgbClr val="B9C6E9"/>
                </a:solidFill>
                <a:latin typeface="Arial"/>
                <a:ea typeface="Arial"/>
                <a:cs typeface="Arial"/>
              </a:defRPr>
            </a:lvl1pPr>
            <a:lvl2pPr algn="l">
              <a:defRPr sz="1800" b="0">
                <a:solidFill>
                  <a:srgbClr val="B9C6E9"/>
                </a:solidFill>
                <a:latin typeface="Arial"/>
                <a:ea typeface="Arial"/>
                <a:cs typeface="Arial"/>
              </a:defRPr>
            </a:lvl2pPr>
            <a:lvl3pPr algn="l">
              <a:defRPr sz="1800" b="0">
                <a:solidFill>
                  <a:srgbClr val="B9C6E9"/>
                </a:solidFill>
                <a:latin typeface="Arial"/>
                <a:ea typeface="Arial"/>
                <a:cs typeface="Arial"/>
              </a:defRPr>
            </a:lvl3pPr>
            <a:lvl4pPr algn="l">
              <a:defRPr sz="1800" b="0">
                <a:solidFill>
                  <a:srgbClr val="B9C6E9"/>
                </a:solidFill>
                <a:latin typeface="Arial"/>
                <a:ea typeface="Arial"/>
                <a:cs typeface="Arial"/>
              </a:defRPr>
            </a:lvl4pPr>
            <a:lvl5pPr algn="l">
              <a:defRPr sz="1800" b="0">
                <a:solidFill>
                  <a:srgbClr val="B9C6E9"/>
                </a:solidFill>
                <a:latin typeface="Arial"/>
                <a:ea typeface="Arial"/>
                <a:cs typeface="Arial"/>
              </a:defRPr>
            </a:lvl5pPr>
            <a:lvl6pPr algn="l">
              <a:defRPr sz="1800" b="0">
                <a:solidFill>
                  <a:srgbClr val="B9C6E9"/>
                </a:solidFill>
                <a:latin typeface="Arial"/>
                <a:ea typeface="Arial"/>
                <a:cs typeface="Arial"/>
              </a:defRPr>
            </a:lvl6pPr>
            <a:lvl7pPr algn="l">
              <a:defRPr sz="1800" b="0">
                <a:solidFill>
                  <a:srgbClr val="B9C6E9"/>
                </a:solidFill>
                <a:latin typeface="Arial"/>
                <a:ea typeface="Arial"/>
                <a:cs typeface="Arial"/>
              </a:defRPr>
            </a:lvl7pPr>
            <a:lvl8pPr algn="l">
              <a:defRPr sz="1800" b="0">
                <a:solidFill>
                  <a:srgbClr val="B9C6E9"/>
                </a:solidFill>
                <a:latin typeface="Arial"/>
                <a:ea typeface="Arial"/>
                <a:cs typeface="Arial"/>
              </a:defRPr>
            </a:lvl8pPr>
            <a:lvl9pPr algn="l">
              <a:defRPr sz="1800" b="0">
                <a:solidFill>
                  <a:srgbClr val="B9C6E9"/>
                </a:solidFill>
                <a:latin typeface="Arial"/>
                <a:ea typeface="Arial"/>
                <a:cs typeface="Arial"/>
              </a:defRPr>
            </a:lvl9pPr>
          </a:lstStyle>
          <a:p xmlns:a="http://schemas.openxmlformats.org/drawingml/2006/main">
            <a:pPr algn="l">
              <a:defRPr sz="1800" b="0">
                <a:solidFill>
                  <a:srgbClr val="B9C6E9"/>
                </a:solidFill>
                <a:latin typeface="Arial"/>
                <a:ea typeface="Arial"/>
                <a:cs typeface="Arial"/>
              </a:defRPr>
            </a:pPr>
            <a:r>
              <a:rPr sz="1800" b="0">
                <a:solidFill>
                  <a:srgbClr val="B9C6E9"/>
                </a:solidFill>
                <a:latin typeface="Arial"/>
                <a:ea typeface="Arial"/>
                <a:cs typeface="Arial"/>
              </a:rPr>
              <a:t>Runs the bounded skeptical model review</a:t>
            </a:r>
          </a:p>
        </p:txBody>
      </p:sp>
      <p:sp>
        <p:nvSpPr>
          <p:cNvPr id="12" name="sponsor-proof-1">
            <a:extLst xmlns:a="http://schemas.openxmlformats.org/drawingml/2006/main">
              <a:ext uri="{FF2B5EF4-FFF2-40B4-BE49-F238E27FC236}">
                <a16:creationId xmlns:a16="http://schemas.microsoft.com/office/drawing/2014/main" id="{C4EFF51C-821E-4128-B39F-992D1F7F8011}"/>
              </a:ext>
            </a:extLst>
          </p:cNvPr>
          <p:cNvSpPr>
            <a:spLocks xmlns:a="http://schemas.openxmlformats.org/drawingml/2006/main" noGrp="1"/>
          </p:cNvSpPr>
          <p:nvPr/>
        </p:nvSpPr>
        <p:spPr>
          <a:xfrm xmlns:a="http://schemas.openxmlformats.org/drawingml/2006/main">
            <a:off x="8210550" y="3181350"/>
            <a:ext cx="329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9FD7BC"/>
                </a:solidFill>
                <a:latin typeface="Arial"/>
                <a:ea typeface="Arial"/>
                <a:cs typeface="Arial"/>
              </a:defRPr>
            </a:defPPr>
            <a:lvl1pPr algn="l">
              <a:defRPr sz="1725" b="0">
                <a:solidFill>
                  <a:srgbClr val="9FD7BC"/>
                </a:solidFill>
                <a:latin typeface="Arial"/>
                <a:ea typeface="Arial"/>
                <a:cs typeface="Arial"/>
              </a:defRPr>
            </a:lvl1pPr>
            <a:lvl2pPr algn="l">
              <a:defRPr sz="1725" b="0">
                <a:solidFill>
                  <a:srgbClr val="9FD7BC"/>
                </a:solidFill>
                <a:latin typeface="Arial"/>
                <a:ea typeface="Arial"/>
                <a:cs typeface="Arial"/>
              </a:defRPr>
            </a:lvl2pPr>
            <a:lvl3pPr algn="l">
              <a:defRPr sz="1725" b="0">
                <a:solidFill>
                  <a:srgbClr val="9FD7BC"/>
                </a:solidFill>
                <a:latin typeface="Arial"/>
                <a:ea typeface="Arial"/>
                <a:cs typeface="Arial"/>
              </a:defRPr>
            </a:lvl3pPr>
            <a:lvl4pPr algn="l">
              <a:defRPr sz="1725" b="0">
                <a:solidFill>
                  <a:srgbClr val="9FD7BC"/>
                </a:solidFill>
                <a:latin typeface="Arial"/>
                <a:ea typeface="Arial"/>
                <a:cs typeface="Arial"/>
              </a:defRPr>
            </a:lvl4pPr>
            <a:lvl5pPr algn="l">
              <a:defRPr sz="1725" b="0">
                <a:solidFill>
                  <a:srgbClr val="9FD7BC"/>
                </a:solidFill>
                <a:latin typeface="Arial"/>
                <a:ea typeface="Arial"/>
                <a:cs typeface="Arial"/>
              </a:defRPr>
            </a:lvl5pPr>
            <a:lvl6pPr algn="l">
              <a:defRPr sz="1725" b="0">
                <a:solidFill>
                  <a:srgbClr val="9FD7BC"/>
                </a:solidFill>
                <a:latin typeface="Arial"/>
                <a:ea typeface="Arial"/>
                <a:cs typeface="Arial"/>
              </a:defRPr>
            </a:lvl6pPr>
            <a:lvl7pPr algn="l">
              <a:defRPr sz="1725" b="0">
                <a:solidFill>
                  <a:srgbClr val="9FD7BC"/>
                </a:solidFill>
                <a:latin typeface="Arial"/>
                <a:ea typeface="Arial"/>
                <a:cs typeface="Arial"/>
              </a:defRPr>
            </a:lvl7pPr>
            <a:lvl8pPr algn="l">
              <a:defRPr sz="1725" b="0">
                <a:solidFill>
                  <a:srgbClr val="9FD7BC"/>
                </a:solidFill>
                <a:latin typeface="Arial"/>
                <a:ea typeface="Arial"/>
                <a:cs typeface="Arial"/>
              </a:defRPr>
            </a:lvl8pPr>
            <a:lvl9pPr algn="l">
              <a:defRPr sz="1725" b="0">
                <a:solidFill>
                  <a:srgbClr val="9FD7BC"/>
                </a:solidFill>
                <a:latin typeface="Arial"/>
                <a:ea typeface="Arial"/>
                <a:cs typeface="Arial"/>
              </a:defRPr>
            </a:lvl9pPr>
          </a:lstStyle>
          <a:p xmlns:a="http://schemas.openxmlformats.org/drawingml/2006/main">
            <a:pPr algn="l">
              <a:defRPr sz="1725" b="0">
                <a:solidFill>
                  <a:srgbClr val="9FD7BC"/>
                </a:solidFill>
                <a:latin typeface="Arial"/>
                <a:ea typeface="Arial"/>
                <a:cs typeface="Arial"/>
              </a:defRPr>
            </a:pPr>
            <a:r>
              <a:rPr sz="1725" b="0">
                <a:solidFill>
                  <a:srgbClr val="9FD7BC"/>
                </a:solidFill>
                <a:latin typeface="Arial"/>
                <a:ea typeface="Arial"/>
                <a:cs typeface="Arial"/>
              </a:rPr>
              <a:t>Real Qwen runtime receipt retained</a:t>
            </a:r>
          </a:p>
        </p:txBody>
      </p:sp>
      <p:sp>
        <p:nvSpPr>
          <p:cNvPr id="13" name="sponsor-rule-2">
            <a:extLst xmlns:a="http://schemas.openxmlformats.org/drawingml/2006/main">
              <a:ext uri="{FF2B5EF4-FFF2-40B4-BE49-F238E27FC236}">
                <a16:creationId xmlns:a16="http://schemas.microsoft.com/office/drawing/2014/main" id="{781582F2-FBD4-42BC-B65D-CE11F597F328}"/>
              </a:ext>
            </a:extLst>
          </p:cNvPr>
          <p:cNvSpPr>
            <a:spLocks xmlns:a="http://schemas.openxmlformats.org/drawingml/2006/main" noGrp="1"/>
          </p:cNvSpPr>
          <p:nvPr/>
        </p:nvSpPr>
        <p:spPr>
          <a:xfrm xmlns:a="http://schemas.openxmlformats.org/drawingml/2006/main">
            <a:off x="685800" y="3924300"/>
            <a:ext cx="10820400" cy="9525"/>
          </a:xfrm>
          <a:prstGeom xmlns:a="http://schemas.openxmlformats.org/drawingml/2006/main" prst="rect">
            <a:avLst/>
          </a:prstGeom>
          <a:solidFill xmlns:a="http://schemas.openxmlformats.org/drawingml/2006/main">
            <a:srgbClr val="2D3B57"/>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4" name="sponsor-name-2">
            <a:extLst xmlns:a="http://schemas.openxmlformats.org/drawingml/2006/main">
              <a:ext uri="{FF2B5EF4-FFF2-40B4-BE49-F238E27FC236}">
                <a16:creationId xmlns:a16="http://schemas.microsoft.com/office/drawing/2014/main" id="{73FD7B16-BF22-4E65-9E92-1897FFC1DBEC}"/>
              </a:ext>
            </a:extLst>
          </p:cNvPr>
          <p:cNvSpPr>
            <a:spLocks xmlns:a="http://schemas.openxmlformats.org/drawingml/2006/main" noGrp="1"/>
          </p:cNvSpPr>
          <p:nvPr/>
        </p:nvSpPr>
        <p:spPr>
          <a:xfrm xmlns:a="http://schemas.openxmlformats.org/drawingml/2006/main">
            <a:off x="685800" y="40386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Zetaris</a:t>
            </a:r>
          </a:p>
        </p:txBody>
      </p:sp>
      <p:sp>
        <p:nvSpPr>
          <p:cNvPr id="15" name="sponsor-job-2">
            <a:extLst xmlns:a="http://schemas.openxmlformats.org/drawingml/2006/main">
              <a:ext uri="{FF2B5EF4-FFF2-40B4-BE49-F238E27FC236}">
                <a16:creationId xmlns:a16="http://schemas.microsoft.com/office/drawing/2014/main" id="{E665CEA1-247E-4C90-B55C-5D6D2E76CE07}"/>
              </a:ext>
            </a:extLst>
          </p:cNvPr>
          <p:cNvSpPr>
            <a:spLocks xmlns:a="http://schemas.openxmlformats.org/drawingml/2006/main" noGrp="1"/>
          </p:cNvSpPr>
          <p:nvPr/>
        </p:nvSpPr>
        <p:spPr>
          <a:xfrm xmlns:a="http://schemas.openxmlformats.org/drawingml/2006/main">
            <a:off x="3476625" y="40386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B9C6E9"/>
                </a:solidFill>
                <a:latin typeface="Arial"/>
                <a:ea typeface="Arial"/>
                <a:cs typeface="Arial"/>
              </a:defRPr>
            </a:defPPr>
            <a:lvl1pPr algn="l">
              <a:defRPr sz="1800" b="0">
                <a:solidFill>
                  <a:srgbClr val="B9C6E9"/>
                </a:solidFill>
                <a:latin typeface="Arial"/>
                <a:ea typeface="Arial"/>
                <a:cs typeface="Arial"/>
              </a:defRPr>
            </a:lvl1pPr>
            <a:lvl2pPr algn="l">
              <a:defRPr sz="1800" b="0">
                <a:solidFill>
                  <a:srgbClr val="B9C6E9"/>
                </a:solidFill>
                <a:latin typeface="Arial"/>
                <a:ea typeface="Arial"/>
                <a:cs typeface="Arial"/>
              </a:defRPr>
            </a:lvl2pPr>
            <a:lvl3pPr algn="l">
              <a:defRPr sz="1800" b="0">
                <a:solidFill>
                  <a:srgbClr val="B9C6E9"/>
                </a:solidFill>
                <a:latin typeface="Arial"/>
                <a:ea typeface="Arial"/>
                <a:cs typeface="Arial"/>
              </a:defRPr>
            </a:lvl3pPr>
            <a:lvl4pPr algn="l">
              <a:defRPr sz="1800" b="0">
                <a:solidFill>
                  <a:srgbClr val="B9C6E9"/>
                </a:solidFill>
                <a:latin typeface="Arial"/>
                <a:ea typeface="Arial"/>
                <a:cs typeface="Arial"/>
              </a:defRPr>
            </a:lvl4pPr>
            <a:lvl5pPr algn="l">
              <a:defRPr sz="1800" b="0">
                <a:solidFill>
                  <a:srgbClr val="B9C6E9"/>
                </a:solidFill>
                <a:latin typeface="Arial"/>
                <a:ea typeface="Arial"/>
                <a:cs typeface="Arial"/>
              </a:defRPr>
            </a:lvl5pPr>
            <a:lvl6pPr algn="l">
              <a:defRPr sz="1800" b="0">
                <a:solidFill>
                  <a:srgbClr val="B9C6E9"/>
                </a:solidFill>
                <a:latin typeface="Arial"/>
                <a:ea typeface="Arial"/>
                <a:cs typeface="Arial"/>
              </a:defRPr>
            </a:lvl6pPr>
            <a:lvl7pPr algn="l">
              <a:defRPr sz="1800" b="0">
                <a:solidFill>
                  <a:srgbClr val="B9C6E9"/>
                </a:solidFill>
                <a:latin typeface="Arial"/>
                <a:ea typeface="Arial"/>
                <a:cs typeface="Arial"/>
              </a:defRPr>
            </a:lvl7pPr>
            <a:lvl8pPr algn="l">
              <a:defRPr sz="1800" b="0">
                <a:solidFill>
                  <a:srgbClr val="B9C6E9"/>
                </a:solidFill>
                <a:latin typeface="Arial"/>
                <a:ea typeface="Arial"/>
                <a:cs typeface="Arial"/>
              </a:defRPr>
            </a:lvl8pPr>
            <a:lvl9pPr algn="l">
              <a:defRPr sz="1800" b="0">
                <a:solidFill>
                  <a:srgbClr val="B9C6E9"/>
                </a:solidFill>
                <a:latin typeface="Arial"/>
                <a:ea typeface="Arial"/>
                <a:cs typeface="Arial"/>
              </a:defRPr>
            </a:lvl9pPr>
          </a:lstStyle>
          <a:p xmlns:a="http://schemas.openxmlformats.org/drawingml/2006/main">
            <a:pPr algn="l">
              <a:defRPr sz="1800" b="0">
                <a:solidFill>
                  <a:srgbClr val="B9C6E9"/>
                </a:solidFill>
                <a:latin typeface="Arial"/>
                <a:ea typeface="Arial"/>
                <a:cs typeface="Arial"/>
              </a:defRPr>
            </a:pPr>
            <a:r>
              <a:rPr sz="1800" b="0">
                <a:solidFill>
                  <a:srgbClr val="B9C6E9"/>
                </a:solidFill>
                <a:latin typeface="Arial"/>
                <a:ea typeface="Arial"/>
                <a:cs typeface="Arial"/>
              </a:rPr>
              <a:t>Federates the research universe and provenance</a:t>
            </a:r>
          </a:p>
        </p:txBody>
      </p:sp>
      <p:sp>
        <p:nvSpPr>
          <p:cNvPr id="16" name="sponsor-proof-2">
            <a:extLst xmlns:a="http://schemas.openxmlformats.org/drawingml/2006/main">
              <a:ext uri="{FF2B5EF4-FFF2-40B4-BE49-F238E27FC236}">
                <a16:creationId xmlns:a16="http://schemas.microsoft.com/office/drawing/2014/main" id="{0504ECE3-77DA-49BE-911A-DA02D6925A7A}"/>
              </a:ext>
            </a:extLst>
          </p:cNvPr>
          <p:cNvSpPr>
            <a:spLocks xmlns:a="http://schemas.openxmlformats.org/drawingml/2006/main" noGrp="1"/>
          </p:cNvSpPr>
          <p:nvPr/>
        </p:nvSpPr>
        <p:spPr>
          <a:xfrm xmlns:a="http://schemas.openxmlformats.org/drawingml/2006/main">
            <a:off x="8210550" y="4038600"/>
            <a:ext cx="329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E4C58E"/>
                </a:solidFill>
                <a:latin typeface="Arial"/>
                <a:ea typeface="Arial"/>
                <a:cs typeface="Arial"/>
              </a:defRPr>
            </a:defPPr>
            <a:lvl1pPr algn="l">
              <a:defRPr sz="1725" b="0">
                <a:solidFill>
                  <a:srgbClr val="E4C58E"/>
                </a:solidFill>
                <a:latin typeface="Arial"/>
                <a:ea typeface="Arial"/>
                <a:cs typeface="Arial"/>
              </a:defRPr>
            </a:lvl1pPr>
            <a:lvl2pPr algn="l">
              <a:defRPr sz="1725" b="0">
                <a:solidFill>
                  <a:srgbClr val="E4C58E"/>
                </a:solidFill>
                <a:latin typeface="Arial"/>
                <a:ea typeface="Arial"/>
                <a:cs typeface="Arial"/>
              </a:defRPr>
            </a:lvl2pPr>
            <a:lvl3pPr algn="l">
              <a:defRPr sz="1725" b="0">
                <a:solidFill>
                  <a:srgbClr val="E4C58E"/>
                </a:solidFill>
                <a:latin typeface="Arial"/>
                <a:ea typeface="Arial"/>
                <a:cs typeface="Arial"/>
              </a:defRPr>
            </a:lvl3pPr>
            <a:lvl4pPr algn="l">
              <a:defRPr sz="1725" b="0">
                <a:solidFill>
                  <a:srgbClr val="E4C58E"/>
                </a:solidFill>
                <a:latin typeface="Arial"/>
                <a:ea typeface="Arial"/>
                <a:cs typeface="Arial"/>
              </a:defRPr>
            </a:lvl4pPr>
            <a:lvl5pPr algn="l">
              <a:defRPr sz="1725" b="0">
                <a:solidFill>
                  <a:srgbClr val="E4C58E"/>
                </a:solidFill>
                <a:latin typeface="Arial"/>
                <a:ea typeface="Arial"/>
                <a:cs typeface="Arial"/>
              </a:defRPr>
            </a:lvl5pPr>
            <a:lvl6pPr algn="l">
              <a:defRPr sz="1725" b="0">
                <a:solidFill>
                  <a:srgbClr val="E4C58E"/>
                </a:solidFill>
                <a:latin typeface="Arial"/>
                <a:ea typeface="Arial"/>
                <a:cs typeface="Arial"/>
              </a:defRPr>
            </a:lvl6pPr>
            <a:lvl7pPr algn="l">
              <a:defRPr sz="1725" b="0">
                <a:solidFill>
                  <a:srgbClr val="E4C58E"/>
                </a:solidFill>
                <a:latin typeface="Arial"/>
                <a:ea typeface="Arial"/>
                <a:cs typeface="Arial"/>
              </a:defRPr>
            </a:lvl7pPr>
            <a:lvl8pPr algn="l">
              <a:defRPr sz="1725" b="0">
                <a:solidFill>
                  <a:srgbClr val="E4C58E"/>
                </a:solidFill>
                <a:latin typeface="Arial"/>
                <a:ea typeface="Arial"/>
                <a:cs typeface="Arial"/>
              </a:defRPr>
            </a:lvl8pPr>
            <a:lvl9pPr algn="l">
              <a:defRPr sz="1725" b="0">
                <a:solidFill>
                  <a:srgbClr val="E4C58E"/>
                </a:solidFill>
                <a:latin typeface="Arial"/>
                <a:ea typeface="Arial"/>
                <a:cs typeface="Arial"/>
              </a:defRPr>
            </a:lvl9pPr>
          </a:lstStyle>
          <a:p xmlns:a="http://schemas.openxmlformats.org/drawingml/2006/main">
            <a:pPr algn="l">
              <a:defRPr sz="1725" b="0">
                <a:solidFill>
                  <a:srgbClr val="E4C58E"/>
                </a:solidFill>
                <a:latin typeface="Arial"/>
                <a:ea typeface="Arial"/>
                <a:cs typeface="Arial"/>
              </a:defRPr>
            </a:pPr>
            <a:r>
              <a:rPr sz="1725" b="0">
                <a:solidFill>
                  <a:srgbClr val="E4C58E"/>
                </a:solidFill>
                <a:latin typeface="Arial"/>
                <a:ea typeface="Arial"/>
                <a:cs typeface="Arial"/>
              </a:rPr>
              <a:t>Adapter implemented; live verification pending</a:t>
            </a:r>
          </a:p>
        </p:txBody>
      </p:sp>
      <p:sp>
        <p:nvSpPr>
          <p:cNvPr id="17" name="sponsor-rule-3">
            <a:extLst xmlns:a="http://schemas.openxmlformats.org/drawingml/2006/main">
              <a:ext uri="{FF2B5EF4-FFF2-40B4-BE49-F238E27FC236}">
                <a16:creationId xmlns:a16="http://schemas.microsoft.com/office/drawing/2014/main" id="{B593BCA6-4CD1-45E8-BAB4-3502F01E7F4E}"/>
              </a:ext>
            </a:extLst>
          </p:cNvPr>
          <p:cNvSpPr>
            <a:spLocks xmlns:a="http://schemas.openxmlformats.org/drawingml/2006/main" noGrp="1"/>
          </p:cNvSpPr>
          <p:nvPr/>
        </p:nvSpPr>
        <p:spPr>
          <a:xfrm xmlns:a="http://schemas.openxmlformats.org/drawingml/2006/main">
            <a:off x="685800" y="4781550"/>
            <a:ext cx="10820400" cy="9525"/>
          </a:xfrm>
          <a:prstGeom xmlns:a="http://schemas.openxmlformats.org/drawingml/2006/main" prst="rect">
            <a:avLst/>
          </a:prstGeom>
          <a:solidFill xmlns:a="http://schemas.openxmlformats.org/drawingml/2006/main">
            <a:srgbClr val="2D3B57"/>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8" name="sponsor-name-3">
            <a:extLst xmlns:a="http://schemas.openxmlformats.org/drawingml/2006/main">
              <a:ext uri="{FF2B5EF4-FFF2-40B4-BE49-F238E27FC236}">
                <a16:creationId xmlns:a16="http://schemas.microsoft.com/office/drawing/2014/main" id="{1FAF5DB8-97EE-4167-BC62-A430F2A4A77F}"/>
              </a:ext>
            </a:extLst>
          </p:cNvPr>
          <p:cNvSpPr>
            <a:spLocks xmlns:a="http://schemas.openxmlformats.org/drawingml/2006/main" noGrp="1"/>
          </p:cNvSpPr>
          <p:nvPr/>
        </p:nvSpPr>
        <p:spPr>
          <a:xfrm xmlns:a="http://schemas.openxmlformats.org/drawingml/2006/main">
            <a:off x="685800" y="489585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NVIDIA Nemotron</a:t>
            </a:r>
          </a:p>
        </p:txBody>
      </p:sp>
      <p:sp>
        <p:nvSpPr>
          <p:cNvPr id="19" name="sponsor-job-3">
            <a:extLst xmlns:a="http://schemas.openxmlformats.org/drawingml/2006/main">
              <a:ext uri="{FF2B5EF4-FFF2-40B4-BE49-F238E27FC236}">
                <a16:creationId xmlns:a16="http://schemas.microsoft.com/office/drawing/2014/main" id="{7950FC31-0A3D-413B-A75A-657A166E6A8C}"/>
              </a:ext>
            </a:extLst>
          </p:cNvPr>
          <p:cNvSpPr>
            <a:spLocks xmlns:a="http://schemas.openxmlformats.org/drawingml/2006/main" noGrp="1"/>
          </p:cNvSpPr>
          <p:nvPr/>
        </p:nvSpPr>
        <p:spPr>
          <a:xfrm xmlns:a="http://schemas.openxmlformats.org/drawingml/2006/main">
            <a:off x="3476625" y="48958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B9C6E9"/>
                </a:solidFill>
                <a:latin typeface="Arial"/>
                <a:ea typeface="Arial"/>
                <a:cs typeface="Arial"/>
              </a:defRPr>
            </a:defPPr>
            <a:lvl1pPr algn="l">
              <a:defRPr sz="1800" b="0">
                <a:solidFill>
                  <a:srgbClr val="B9C6E9"/>
                </a:solidFill>
                <a:latin typeface="Arial"/>
                <a:ea typeface="Arial"/>
                <a:cs typeface="Arial"/>
              </a:defRPr>
            </a:lvl1pPr>
            <a:lvl2pPr algn="l">
              <a:defRPr sz="1800" b="0">
                <a:solidFill>
                  <a:srgbClr val="B9C6E9"/>
                </a:solidFill>
                <a:latin typeface="Arial"/>
                <a:ea typeface="Arial"/>
                <a:cs typeface="Arial"/>
              </a:defRPr>
            </a:lvl2pPr>
            <a:lvl3pPr algn="l">
              <a:defRPr sz="1800" b="0">
                <a:solidFill>
                  <a:srgbClr val="B9C6E9"/>
                </a:solidFill>
                <a:latin typeface="Arial"/>
                <a:ea typeface="Arial"/>
                <a:cs typeface="Arial"/>
              </a:defRPr>
            </a:lvl3pPr>
            <a:lvl4pPr algn="l">
              <a:defRPr sz="1800" b="0">
                <a:solidFill>
                  <a:srgbClr val="B9C6E9"/>
                </a:solidFill>
                <a:latin typeface="Arial"/>
                <a:ea typeface="Arial"/>
                <a:cs typeface="Arial"/>
              </a:defRPr>
            </a:lvl4pPr>
            <a:lvl5pPr algn="l">
              <a:defRPr sz="1800" b="0">
                <a:solidFill>
                  <a:srgbClr val="B9C6E9"/>
                </a:solidFill>
                <a:latin typeface="Arial"/>
                <a:ea typeface="Arial"/>
                <a:cs typeface="Arial"/>
              </a:defRPr>
            </a:lvl5pPr>
            <a:lvl6pPr algn="l">
              <a:defRPr sz="1800" b="0">
                <a:solidFill>
                  <a:srgbClr val="B9C6E9"/>
                </a:solidFill>
                <a:latin typeface="Arial"/>
                <a:ea typeface="Arial"/>
                <a:cs typeface="Arial"/>
              </a:defRPr>
            </a:lvl6pPr>
            <a:lvl7pPr algn="l">
              <a:defRPr sz="1800" b="0">
                <a:solidFill>
                  <a:srgbClr val="B9C6E9"/>
                </a:solidFill>
                <a:latin typeface="Arial"/>
                <a:ea typeface="Arial"/>
                <a:cs typeface="Arial"/>
              </a:defRPr>
            </a:lvl7pPr>
            <a:lvl8pPr algn="l">
              <a:defRPr sz="1800" b="0">
                <a:solidFill>
                  <a:srgbClr val="B9C6E9"/>
                </a:solidFill>
                <a:latin typeface="Arial"/>
                <a:ea typeface="Arial"/>
                <a:cs typeface="Arial"/>
              </a:defRPr>
            </a:lvl8pPr>
            <a:lvl9pPr algn="l">
              <a:defRPr sz="1800" b="0">
                <a:solidFill>
                  <a:srgbClr val="B9C6E9"/>
                </a:solidFill>
                <a:latin typeface="Arial"/>
                <a:ea typeface="Arial"/>
                <a:cs typeface="Arial"/>
              </a:defRPr>
            </a:lvl9pPr>
          </a:lstStyle>
          <a:p xmlns:a="http://schemas.openxmlformats.org/drawingml/2006/main">
            <a:pPr algn="l">
              <a:defRPr sz="1800" b="0">
                <a:solidFill>
                  <a:srgbClr val="B9C6E9"/>
                </a:solidFill>
                <a:latin typeface="Arial"/>
                <a:ea typeface="Arial"/>
                <a:cs typeface="Arial"/>
              </a:defRPr>
            </a:pPr>
            <a:r>
              <a:rPr sz="1800" b="0">
                <a:solidFill>
                  <a:srgbClr val="B9C6E9"/>
                </a:solidFill>
                <a:latin typeface="Arial"/>
                <a:ea typeface="Arial"/>
                <a:cs typeface="Arial"/>
              </a:rPr>
              <a:t>Audits exclusions and requests a planner recheck</a:t>
            </a:r>
          </a:p>
        </p:txBody>
      </p:sp>
      <p:sp>
        <p:nvSpPr>
          <p:cNvPr id="20" name="sponsor-proof-3">
            <a:extLst xmlns:a="http://schemas.openxmlformats.org/drawingml/2006/main">
              <a:ext uri="{FF2B5EF4-FFF2-40B4-BE49-F238E27FC236}">
                <a16:creationId xmlns:a16="http://schemas.microsoft.com/office/drawing/2014/main" id="{63AEC9ED-A4EA-4C73-A9FE-83648A2E4781}"/>
              </a:ext>
            </a:extLst>
          </p:cNvPr>
          <p:cNvSpPr>
            <a:spLocks xmlns:a="http://schemas.openxmlformats.org/drawingml/2006/main" noGrp="1"/>
          </p:cNvSpPr>
          <p:nvPr/>
        </p:nvSpPr>
        <p:spPr>
          <a:xfrm xmlns:a="http://schemas.openxmlformats.org/drawingml/2006/main">
            <a:off x="8210550" y="4895850"/>
            <a:ext cx="329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9FD7BC"/>
                </a:solidFill>
                <a:latin typeface="Arial"/>
                <a:ea typeface="Arial"/>
                <a:cs typeface="Arial"/>
              </a:defRPr>
            </a:defPPr>
            <a:lvl1pPr algn="l">
              <a:defRPr sz="1725" b="0">
                <a:solidFill>
                  <a:srgbClr val="9FD7BC"/>
                </a:solidFill>
                <a:latin typeface="Arial"/>
                <a:ea typeface="Arial"/>
                <a:cs typeface="Arial"/>
              </a:defRPr>
            </a:lvl1pPr>
            <a:lvl2pPr algn="l">
              <a:defRPr sz="1725" b="0">
                <a:solidFill>
                  <a:srgbClr val="9FD7BC"/>
                </a:solidFill>
                <a:latin typeface="Arial"/>
                <a:ea typeface="Arial"/>
                <a:cs typeface="Arial"/>
              </a:defRPr>
            </a:lvl2pPr>
            <a:lvl3pPr algn="l">
              <a:defRPr sz="1725" b="0">
                <a:solidFill>
                  <a:srgbClr val="9FD7BC"/>
                </a:solidFill>
                <a:latin typeface="Arial"/>
                <a:ea typeface="Arial"/>
                <a:cs typeface="Arial"/>
              </a:defRPr>
            </a:lvl3pPr>
            <a:lvl4pPr algn="l">
              <a:defRPr sz="1725" b="0">
                <a:solidFill>
                  <a:srgbClr val="9FD7BC"/>
                </a:solidFill>
                <a:latin typeface="Arial"/>
                <a:ea typeface="Arial"/>
                <a:cs typeface="Arial"/>
              </a:defRPr>
            </a:lvl4pPr>
            <a:lvl5pPr algn="l">
              <a:defRPr sz="1725" b="0">
                <a:solidFill>
                  <a:srgbClr val="9FD7BC"/>
                </a:solidFill>
                <a:latin typeface="Arial"/>
                <a:ea typeface="Arial"/>
                <a:cs typeface="Arial"/>
              </a:defRPr>
            </a:lvl5pPr>
            <a:lvl6pPr algn="l">
              <a:defRPr sz="1725" b="0">
                <a:solidFill>
                  <a:srgbClr val="9FD7BC"/>
                </a:solidFill>
                <a:latin typeface="Arial"/>
                <a:ea typeface="Arial"/>
                <a:cs typeface="Arial"/>
              </a:defRPr>
            </a:lvl6pPr>
            <a:lvl7pPr algn="l">
              <a:defRPr sz="1725" b="0">
                <a:solidFill>
                  <a:srgbClr val="9FD7BC"/>
                </a:solidFill>
                <a:latin typeface="Arial"/>
                <a:ea typeface="Arial"/>
                <a:cs typeface="Arial"/>
              </a:defRPr>
            </a:lvl7pPr>
            <a:lvl8pPr algn="l">
              <a:defRPr sz="1725" b="0">
                <a:solidFill>
                  <a:srgbClr val="9FD7BC"/>
                </a:solidFill>
                <a:latin typeface="Arial"/>
                <a:ea typeface="Arial"/>
                <a:cs typeface="Arial"/>
              </a:defRPr>
            </a:lvl8pPr>
            <a:lvl9pPr algn="l">
              <a:defRPr sz="1725" b="0">
                <a:solidFill>
                  <a:srgbClr val="9FD7BC"/>
                </a:solidFill>
                <a:latin typeface="Arial"/>
                <a:ea typeface="Arial"/>
                <a:cs typeface="Arial"/>
              </a:defRPr>
            </a:lvl9pPr>
          </a:lstStyle>
          <a:p xmlns:a="http://schemas.openxmlformats.org/drawingml/2006/main">
            <a:pPr algn="l">
              <a:defRPr sz="1725" b="0">
                <a:solidFill>
                  <a:srgbClr val="9FD7BC"/>
                </a:solidFill>
                <a:latin typeface="Arial"/>
                <a:ea typeface="Arial"/>
                <a:cs typeface="Arial"/>
              </a:defRPr>
            </a:pPr>
            <a:r>
              <a:rPr sz="1725" b="0">
                <a:solidFill>
                  <a:srgbClr val="9FD7BC"/>
                </a:solidFill>
                <a:latin typeface="Arial"/>
                <a:ea typeface="Arial"/>
                <a:cs typeface="Arial"/>
              </a:rPr>
              <a:t>Nemotron Mini 4B</a:t>
            </a:r>
          </a:p>
          <a:p xmlns:a="http://schemas.openxmlformats.org/drawingml/2006/main">
            <a:pPr algn="l">
              <a:defRPr sz="1725" b="0">
                <a:solidFill>
                  <a:srgbClr val="9FD7BC"/>
                </a:solidFill>
                <a:latin typeface="Arial"/>
                <a:ea typeface="Arial"/>
                <a:cs typeface="Arial"/>
              </a:defRPr>
            </a:pPr>
            <a:r>
              <a:rPr sz="1725" b="0">
                <a:solidFill>
                  <a:srgbClr val="9FD7BC"/>
                </a:solidFill>
                <a:latin typeface="Arial"/>
                <a:ea typeface="Arial"/>
                <a:cs typeface="Arial"/>
              </a:rPr>
              <a:t>Two real receipts retained</a:t>
            </a:r>
          </a:p>
        </p:txBody>
      </p:sp>
      <p:sp>
        <p:nvSpPr>
          <p:cNvPr id="21" name="sponsor-notice">
            <a:extLst xmlns:a="http://schemas.openxmlformats.org/drawingml/2006/main">
              <a:ext uri="{FF2B5EF4-FFF2-40B4-BE49-F238E27FC236}">
                <a16:creationId xmlns:a16="http://schemas.microsoft.com/office/drawing/2014/main" id="{0D84589D-2B5B-4DA5-A290-0583EA3CA787}"/>
              </a:ext>
            </a:extLst>
          </p:cNvPr>
          <p:cNvSpPr>
            <a:spLocks xmlns:a="http://schemas.openxmlformats.org/drawingml/2006/main" noGrp="1"/>
          </p:cNvSpPr>
          <p:nvPr/>
        </p:nvSpPr>
        <p:spPr>
          <a:xfrm xmlns:a="http://schemas.openxmlformats.org/drawingml/2006/main">
            <a:off x="685800" y="60674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0">
                <a:solidFill>
                  <a:srgbClr val="B9C6E9"/>
                </a:solidFill>
                <a:latin typeface="Arial"/>
                <a:ea typeface="Arial"/>
                <a:cs typeface="Arial"/>
              </a:defRPr>
            </a:defPPr>
            <a:lvl1pPr algn="l">
              <a:defRPr sz="1350" b="0">
                <a:solidFill>
                  <a:srgbClr val="B9C6E9"/>
                </a:solidFill>
                <a:latin typeface="Arial"/>
                <a:ea typeface="Arial"/>
                <a:cs typeface="Arial"/>
              </a:defRPr>
            </a:lvl1pPr>
            <a:lvl2pPr algn="l">
              <a:defRPr sz="1350" b="0">
                <a:solidFill>
                  <a:srgbClr val="B9C6E9"/>
                </a:solidFill>
                <a:latin typeface="Arial"/>
                <a:ea typeface="Arial"/>
                <a:cs typeface="Arial"/>
              </a:defRPr>
            </a:lvl2pPr>
            <a:lvl3pPr algn="l">
              <a:defRPr sz="1350" b="0">
                <a:solidFill>
                  <a:srgbClr val="B9C6E9"/>
                </a:solidFill>
                <a:latin typeface="Arial"/>
                <a:ea typeface="Arial"/>
                <a:cs typeface="Arial"/>
              </a:defRPr>
            </a:lvl3pPr>
            <a:lvl4pPr algn="l">
              <a:defRPr sz="1350" b="0">
                <a:solidFill>
                  <a:srgbClr val="B9C6E9"/>
                </a:solidFill>
                <a:latin typeface="Arial"/>
                <a:ea typeface="Arial"/>
                <a:cs typeface="Arial"/>
              </a:defRPr>
            </a:lvl4pPr>
            <a:lvl5pPr algn="l">
              <a:defRPr sz="1350" b="0">
                <a:solidFill>
                  <a:srgbClr val="B9C6E9"/>
                </a:solidFill>
                <a:latin typeface="Arial"/>
                <a:ea typeface="Arial"/>
                <a:cs typeface="Arial"/>
              </a:defRPr>
            </a:lvl5pPr>
            <a:lvl6pPr algn="l">
              <a:defRPr sz="1350" b="0">
                <a:solidFill>
                  <a:srgbClr val="B9C6E9"/>
                </a:solidFill>
                <a:latin typeface="Arial"/>
                <a:ea typeface="Arial"/>
                <a:cs typeface="Arial"/>
              </a:defRPr>
            </a:lvl6pPr>
            <a:lvl7pPr algn="l">
              <a:defRPr sz="1350" b="0">
                <a:solidFill>
                  <a:srgbClr val="B9C6E9"/>
                </a:solidFill>
                <a:latin typeface="Arial"/>
                <a:ea typeface="Arial"/>
                <a:cs typeface="Arial"/>
              </a:defRPr>
            </a:lvl7pPr>
            <a:lvl8pPr algn="l">
              <a:defRPr sz="1350" b="0">
                <a:solidFill>
                  <a:srgbClr val="B9C6E9"/>
                </a:solidFill>
                <a:latin typeface="Arial"/>
                <a:ea typeface="Arial"/>
                <a:cs typeface="Arial"/>
              </a:defRPr>
            </a:lvl8pPr>
            <a:lvl9pPr algn="l">
              <a:defRPr sz="1350" b="0">
                <a:solidFill>
                  <a:srgbClr val="B9C6E9"/>
                </a:solidFill>
                <a:latin typeface="Arial"/>
                <a:ea typeface="Arial"/>
                <a:cs typeface="Arial"/>
              </a:defRPr>
            </a:lvl9pPr>
          </a:lstStyle>
          <a:p xmlns:a="http://schemas.openxmlformats.org/drawingml/2006/main">
            <a:pPr algn="l">
              <a:defRPr sz="1350" b="0">
                <a:solidFill>
                  <a:srgbClr val="B9C6E9"/>
                </a:solidFill>
                <a:latin typeface="Arial"/>
                <a:ea typeface="Arial"/>
                <a:cs typeface="Arial"/>
              </a:defRPr>
            </a:pPr>
            <a:r>
              <a:rPr sz="1350" b="0">
                <a:solidFill>
                  <a:srgbClr val="B9C6E9"/>
                </a:solidFill>
                <a:latin typeface="Arial"/>
                <a:ea typeface="Arial"/>
                <a:cs typeface="Arial"/>
              </a:rPr>
              <a:t>A real infrastructure call over synthetic inputs remains a sample-data demonstration.</a:t>
            </a:r>
          </a:p>
        </p:txBody>
      </p:sp>
    </p:spTree>
    <p:extLst>
      <p:ext uri="{BB962C8B-B14F-4D97-AF65-F5344CB8AC3E}">
        <p14:creationId xmlns:p14="http://schemas.microsoft.com/office/powerpoint/2010/main" val="1068943509"/>
      </p:ext>
    </p:extLst>
  </p:cSld>
</p:sld>
</file>

<file path=ppt/slides/slide7.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D77B2F35-D5DB-43DF-8459-8545D1CA691F}"/>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0304E"/>
                </a:solidFill>
                <a:latin typeface="Arial"/>
                <a:ea typeface="Arial"/>
                <a:cs typeface="Arial"/>
              </a:defRPr>
            </a:defPPr>
            <a:lvl1pPr algn="l">
              <a:defRPr sz="3300" b="1">
                <a:solidFill>
                  <a:srgbClr val="20304E"/>
                </a:solidFill>
                <a:latin typeface="Arial"/>
                <a:ea typeface="Arial"/>
                <a:cs typeface="Arial"/>
              </a:defRPr>
            </a:lvl1pPr>
            <a:lvl2pPr algn="l">
              <a:defRPr sz="3300" b="1">
                <a:solidFill>
                  <a:srgbClr val="20304E"/>
                </a:solidFill>
                <a:latin typeface="Arial"/>
                <a:ea typeface="Arial"/>
                <a:cs typeface="Arial"/>
              </a:defRPr>
            </a:lvl2pPr>
            <a:lvl3pPr algn="l">
              <a:defRPr sz="3300" b="1">
                <a:solidFill>
                  <a:srgbClr val="20304E"/>
                </a:solidFill>
                <a:latin typeface="Arial"/>
                <a:ea typeface="Arial"/>
                <a:cs typeface="Arial"/>
              </a:defRPr>
            </a:lvl3pPr>
            <a:lvl4pPr algn="l">
              <a:defRPr sz="3300" b="1">
                <a:solidFill>
                  <a:srgbClr val="20304E"/>
                </a:solidFill>
                <a:latin typeface="Arial"/>
                <a:ea typeface="Arial"/>
                <a:cs typeface="Arial"/>
              </a:defRPr>
            </a:lvl4pPr>
            <a:lvl5pPr algn="l">
              <a:defRPr sz="3300" b="1">
                <a:solidFill>
                  <a:srgbClr val="20304E"/>
                </a:solidFill>
                <a:latin typeface="Arial"/>
                <a:ea typeface="Arial"/>
                <a:cs typeface="Arial"/>
              </a:defRPr>
            </a:lvl5pPr>
            <a:lvl6pPr algn="l">
              <a:defRPr sz="3300" b="1">
                <a:solidFill>
                  <a:srgbClr val="20304E"/>
                </a:solidFill>
                <a:latin typeface="Arial"/>
                <a:ea typeface="Arial"/>
                <a:cs typeface="Arial"/>
              </a:defRPr>
            </a:lvl6pPr>
            <a:lvl7pPr algn="l">
              <a:defRPr sz="3300" b="1">
                <a:solidFill>
                  <a:srgbClr val="20304E"/>
                </a:solidFill>
                <a:latin typeface="Arial"/>
                <a:ea typeface="Arial"/>
                <a:cs typeface="Arial"/>
              </a:defRPr>
            </a:lvl7pPr>
            <a:lvl8pPr algn="l">
              <a:defRPr sz="3300" b="1">
                <a:solidFill>
                  <a:srgbClr val="20304E"/>
                </a:solidFill>
                <a:latin typeface="Arial"/>
                <a:ea typeface="Arial"/>
                <a:cs typeface="Arial"/>
              </a:defRPr>
            </a:lvl8pPr>
            <a:lvl9pPr algn="l">
              <a:defRPr sz="3300" b="1">
                <a:solidFill>
                  <a:srgbClr val="20304E"/>
                </a:solidFill>
                <a:latin typeface="Arial"/>
                <a:ea typeface="Arial"/>
                <a:cs typeface="Arial"/>
              </a:defRPr>
            </a:lvl9pPr>
          </a:lstStyle>
          <a:p xmlns:a="http://schemas.openxmlformats.org/drawingml/2006/main">
            <a:pPr algn="l">
              <a:defRPr sz="3300" b="1">
                <a:solidFill>
                  <a:srgbClr val="20304E"/>
                </a:solidFill>
                <a:latin typeface="Arial"/>
                <a:ea typeface="Arial"/>
                <a:cs typeface="Arial"/>
              </a:defRPr>
            </a:pPr>
            <a:r>
              <a:rPr sz="3300" b="1">
                <a:solidFill>
                  <a:srgbClr val="20304E"/>
                </a:solidFill>
                <a:latin typeface="Arial"/>
                <a:ea typeface="Arial"/>
                <a:cs typeface="Arial"/>
              </a:rPr>
              <a:t>Trust comes from constraints you can inspect.</a:t>
            </a:r>
          </a:p>
        </p:txBody>
      </p:sp>
      <p:sp>
        <p:nvSpPr>
          <p:cNvPr id="3" name="accent">
            <a:extLst xmlns:a="http://schemas.openxmlformats.org/drawingml/2006/main">
              <a:ext uri="{FF2B5EF4-FFF2-40B4-BE49-F238E27FC236}">
                <a16:creationId xmlns:a16="http://schemas.microsoft.com/office/drawing/2014/main" id="{6EFF09C1-4FB5-4F98-AF69-2B57A47473B9}"/>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4" name="folio">
            <a:extLst xmlns:a="http://schemas.openxmlformats.org/drawingml/2006/main">
              <a:ext uri="{FF2B5EF4-FFF2-40B4-BE49-F238E27FC236}">
                <a16:creationId xmlns:a16="http://schemas.microsoft.com/office/drawing/2014/main" id="{553AAC7D-4A6E-4D0C-AD9D-EF6114E80830}"/>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8794AD"/>
                </a:solidFill>
                <a:latin typeface="Arial"/>
                <a:ea typeface="Arial"/>
                <a:cs typeface="Arial"/>
              </a:defRPr>
            </a:defPPr>
            <a:lvl1pPr algn="l">
              <a:defRPr sz="1050" b="0">
                <a:solidFill>
                  <a:srgbClr val="8794AD"/>
                </a:solidFill>
                <a:latin typeface="Arial"/>
                <a:ea typeface="Arial"/>
                <a:cs typeface="Arial"/>
              </a:defRPr>
            </a:lvl1pPr>
            <a:lvl2pPr algn="l">
              <a:defRPr sz="1050" b="0">
                <a:solidFill>
                  <a:srgbClr val="8794AD"/>
                </a:solidFill>
                <a:latin typeface="Arial"/>
                <a:ea typeface="Arial"/>
                <a:cs typeface="Arial"/>
              </a:defRPr>
            </a:lvl2pPr>
            <a:lvl3pPr algn="l">
              <a:defRPr sz="1050" b="0">
                <a:solidFill>
                  <a:srgbClr val="8794AD"/>
                </a:solidFill>
                <a:latin typeface="Arial"/>
                <a:ea typeface="Arial"/>
                <a:cs typeface="Arial"/>
              </a:defRPr>
            </a:lvl3pPr>
            <a:lvl4pPr algn="l">
              <a:defRPr sz="1050" b="0">
                <a:solidFill>
                  <a:srgbClr val="8794AD"/>
                </a:solidFill>
                <a:latin typeface="Arial"/>
                <a:ea typeface="Arial"/>
                <a:cs typeface="Arial"/>
              </a:defRPr>
            </a:lvl4pPr>
            <a:lvl5pPr algn="l">
              <a:defRPr sz="1050" b="0">
                <a:solidFill>
                  <a:srgbClr val="8794AD"/>
                </a:solidFill>
                <a:latin typeface="Arial"/>
                <a:ea typeface="Arial"/>
                <a:cs typeface="Arial"/>
              </a:defRPr>
            </a:lvl5pPr>
            <a:lvl6pPr algn="l">
              <a:defRPr sz="1050" b="0">
                <a:solidFill>
                  <a:srgbClr val="8794AD"/>
                </a:solidFill>
                <a:latin typeface="Arial"/>
                <a:ea typeface="Arial"/>
                <a:cs typeface="Arial"/>
              </a:defRPr>
            </a:lvl6pPr>
            <a:lvl7pPr algn="l">
              <a:defRPr sz="1050" b="0">
                <a:solidFill>
                  <a:srgbClr val="8794AD"/>
                </a:solidFill>
                <a:latin typeface="Arial"/>
                <a:ea typeface="Arial"/>
                <a:cs typeface="Arial"/>
              </a:defRPr>
            </a:lvl7pPr>
            <a:lvl8pPr algn="l">
              <a:defRPr sz="1050" b="0">
                <a:solidFill>
                  <a:srgbClr val="8794AD"/>
                </a:solidFill>
                <a:latin typeface="Arial"/>
                <a:ea typeface="Arial"/>
                <a:cs typeface="Arial"/>
              </a:defRPr>
            </a:lvl8pPr>
            <a:lvl9pPr algn="l">
              <a:defRPr sz="1050" b="0">
                <a:solidFill>
                  <a:srgbClr val="8794AD"/>
                </a:solidFill>
                <a:latin typeface="Arial"/>
                <a:ea typeface="Arial"/>
                <a:cs typeface="Arial"/>
              </a:defRPr>
            </a:lvl9pPr>
          </a:lstStyle>
          <a:p xmlns:a="http://schemas.openxmlformats.org/drawingml/2006/main">
            <a:pPr algn="l">
              <a:defRPr sz="1050" b="0">
                <a:solidFill>
                  <a:srgbClr val="8794AD"/>
                </a:solidFill>
                <a:latin typeface="Arial"/>
                <a:ea typeface="Arial"/>
                <a:cs typeface="Arial"/>
              </a:defRPr>
            </a:pPr>
            <a:r>
              <a:rPr sz="1050" b="0">
                <a:solidFill>
                  <a:srgbClr val="8794AD"/>
                </a:solidFill>
                <a:latin typeface="Arial"/>
                <a:ea typeface="Arial"/>
                <a:cs typeface="Arial"/>
              </a:rPr>
              <a:t>07</a:t>
            </a:r>
          </a:p>
        </p:txBody>
      </p:sp>
      <p:sp>
        <p:nvSpPr>
          <p:cNvPr id="5" name="guard-title-0">
            <a:extLst xmlns:a="http://schemas.openxmlformats.org/drawingml/2006/main">
              <a:ext uri="{FF2B5EF4-FFF2-40B4-BE49-F238E27FC236}">
                <a16:creationId xmlns:a16="http://schemas.microsoft.com/office/drawing/2014/main" id="{CAD4C934-DD2D-4E14-9349-9171D6F359F4}"/>
              </a:ext>
            </a:extLst>
          </p:cNvPr>
          <p:cNvSpPr>
            <a:spLocks xmlns:a="http://schemas.openxmlformats.org/drawingml/2006/main" noGrp="1"/>
          </p:cNvSpPr>
          <p:nvPr/>
        </p:nvSpPr>
        <p:spPr>
          <a:xfrm xmlns:a="http://schemas.openxmlformats.org/drawingml/2006/main">
            <a:off x="685800" y="22669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20304E"/>
                </a:solidFill>
                <a:latin typeface="Arial"/>
                <a:ea typeface="Arial"/>
                <a:cs typeface="Arial"/>
              </a:defRPr>
            </a:defPPr>
            <a:lvl1pPr algn="l">
              <a:defRPr sz="2100" b="1">
                <a:solidFill>
                  <a:srgbClr val="20304E"/>
                </a:solidFill>
                <a:latin typeface="Arial"/>
                <a:ea typeface="Arial"/>
                <a:cs typeface="Arial"/>
              </a:defRPr>
            </a:lvl1pPr>
            <a:lvl2pPr algn="l">
              <a:defRPr sz="2100" b="1">
                <a:solidFill>
                  <a:srgbClr val="20304E"/>
                </a:solidFill>
                <a:latin typeface="Arial"/>
                <a:ea typeface="Arial"/>
                <a:cs typeface="Arial"/>
              </a:defRPr>
            </a:lvl2pPr>
            <a:lvl3pPr algn="l">
              <a:defRPr sz="2100" b="1">
                <a:solidFill>
                  <a:srgbClr val="20304E"/>
                </a:solidFill>
                <a:latin typeface="Arial"/>
                <a:ea typeface="Arial"/>
                <a:cs typeface="Arial"/>
              </a:defRPr>
            </a:lvl3pPr>
            <a:lvl4pPr algn="l">
              <a:defRPr sz="2100" b="1">
                <a:solidFill>
                  <a:srgbClr val="20304E"/>
                </a:solidFill>
                <a:latin typeface="Arial"/>
                <a:ea typeface="Arial"/>
                <a:cs typeface="Arial"/>
              </a:defRPr>
            </a:lvl4pPr>
            <a:lvl5pPr algn="l">
              <a:defRPr sz="2100" b="1">
                <a:solidFill>
                  <a:srgbClr val="20304E"/>
                </a:solidFill>
                <a:latin typeface="Arial"/>
                <a:ea typeface="Arial"/>
                <a:cs typeface="Arial"/>
              </a:defRPr>
            </a:lvl5pPr>
            <a:lvl6pPr algn="l">
              <a:defRPr sz="2100" b="1">
                <a:solidFill>
                  <a:srgbClr val="20304E"/>
                </a:solidFill>
                <a:latin typeface="Arial"/>
                <a:ea typeface="Arial"/>
                <a:cs typeface="Arial"/>
              </a:defRPr>
            </a:lvl6pPr>
            <a:lvl7pPr algn="l">
              <a:defRPr sz="2100" b="1">
                <a:solidFill>
                  <a:srgbClr val="20304E"/>
                </a:solidFill>
                <a:latin typeface="Arial"/>
                <a:ea typeface="Arial"/>
                <a:cs typeface="Arial"/>
              </a:defRPr>
            </a:lvl7pPr>
            <a:lvl8pPr algn="l">
              <a:defRPr sz="2100" b="1">
                <a:solidFill>
                  <a:srgbClr val="20304E"/>
                </a:solidFill>
                <a:latin typeface="Arial"/>
                <a:ea typeface="Arial"/>
                <a:cs typeface="Arial"/>
              </a:defRPr>
            </a:lvl8pPr>
            <a:lvl9pPr algn="l">
              <a:defRPr sz="2100" b="1">
                <a:solidFill>
                  <a:srgbClr val="20304E"/>
                </a:solidFill>
                <a:latin typeface="Arial"/>
                <a:ea typeface="Arial"/>
                <a:cs typeface="Arial"/>
              </a:defRPr>
            </a:lvl9pPr>
          </a:lstStyle>
          <a:p xmlns:a="http://schemas.openxmlformats.org/drawingml/2006/main">
            <a:pPr algn="l">
              <a:defRPr sz="2100" b="1">
                <a:solidFill>
                  <a:srgbClr val="20304E"/>
                </a:solidFill>
                <a:latin typeface="Arial"/>
                <a:ea typeface="Arial"/>
                <a:cs typeface="Arial"/>
              </a:defRPr>
            </a:pPr>
            <a:r>
              <a:rPr sz="2100" b="1">
                <a:solidFill>
                  <a:srgbClr val="20304E"/>
                </a:solidFill>
                <a:latin typeface="Arial"/>
                <a:ea typeface="Arial"/>
                <a:cs typeface="Arial"/>
              </a:rPr>
              <a:t>Risk stays deterministic</a:t>
            </a:r>
          </a:p>
        </p:txBody>
      </p:sp>
      <p:sp>
        <p:nvSpPr>
          <p:cNvPr id="6" name="guard-body-0">
            <a:extLst xmlns:a="http://schemas.openxmlformats.org/drawingml/2006/main">
              <a:ext uri="{FF2B5EF4-FFF2-40B4-BE49-F238E27FC236}">
                <a16:creationId xmlns:a16="http://schemas.microsoft.com/office/drawing/2014/main" id="{297AEAB2-9706-4FC1-9B86-9C61B5111833}"/>
              </a:ext>
            </a:extLst>
          </p:cNvPr>
          <p:cNvSpPr>
            <a:spLocks xmlns:a="http://schemas.openxmlformats.org/drawingml/2006/main" noGrp="1"/>
          </p:cNvSpPr>
          <p:nvPr/>
        </p:nvSpPr>
        <p:spPr>
          <a:xfrm xmlns:a="http://schemas.openxmlformats.org/drawingml/2006/main">
            <a:off x="685800" y="2838450"/>
            <a:ext cx="485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E6D86"/>
                </a:solidFill>
                <a:latin typeface="Arial"/>
                <a:ea typeface="Arial"/>
                <a:cs typeface="Arial"/>
              </a:defRPr>
            </a:defPPr>
            <a:lvl1pPr algn="l">
              <a:defRPr sz="1875" b="0">
                <a:solidFill>
                  <a:srgbClr val="5E6D86"/>
                </a:solidFill>
                <a:latin typeface="Arial"/>
                <a:ea typeface="Arial"/>
                <a:cs typeface="Arial"/>
              </a:defRPr>
            </a:lvl1pPr>
            <a:lvl2pPr algn="l">
              <a:defRPr sz="1875" b="0">
                <a:solidFill>
                  <a:srgbClr val="5E6D86"/>
                </a:solidFill>
                <a:latin typeface="Arial"/>
                <a:ea typeface="Arial"/>
                <a:cs typeface="Arial"/>
              </a:defRPr>
            </a:lvl2pPr>
            <a:lvl3pPr algn="l">
              <a:defRPr sz="1875" b="0">
                <a:solidFill>
                  <a:srgbClr val="5E6D86"/>
                </a:solidFill>
                <a:latin typeface="Arial"/>
                <a:ea typeface="Arial"/>
                <a:cs typeface="Arial"/>
              </a:defRPr>
            </a:lvl3pPr>
            <a:lvl4pPr algn="l">
              <a:defRPr sz="1875" b="0">
                <a:solidFill>
                  <a:srgbClr val="5E6D86"/>
                </a:solidFill>
                <a:latin typeface="Arial"/>
                <a:ea typeface="Arial"/>
                <a:cs typeface="Arial"/>
              </a:defRPr>
            </a:lvl4pPr>
            <a:lvl5pPr algn="l">
              <a:defRPr sz="1875" b="0">
                <a:solidFill>
                  <a:srgbClr val="5E6D86"/>
                </a:solidFill>
                <a:latin typeface="Arial"/>
                <a:ea typeface="Arial"/>
                <a:cs typeface="Arial"/>
              </a:defRPr>
            </a:lvl5pPr>
            <a:lvl6pPr algn="l">
              <a:defRPr sz="1875" b="0">
                <a:solidFill>
                  <a:srgbClr val="5E6D86"/>
                </a:solidFill>
                <a:latin typeface="Arial"/>
                <a:ea typeface="Arial"/>
                <a:cs typeface="Arial"/>
              </a:defRPr>
            </a:lvl6pPr>
            <a:lvl7pPr algn="l">
              <a:defRPr sz="1875" b="0">
                <a:solidFill>
                  <a:srgbClr val="5E6D86"/>
                </a:solidFill>
                <a:latin typeface="Arial"/>
                <a:ea typeface="Arial"/>
                <a:cs typeface="Arial"/>
              </a:defRPr>
            </a:lvl7pPr>
            <a:lvl8pPr algn="l">
              <a:defRPr sz="1875" b="0">
                <a:solidFill>
                  <a:srgbClr val="5E6D86"/>
                </a:solidFill>
                <a:latin typeface="Arial"/>
                <a:ea typeface="Arial"/>
                <a:cs typeface="Arial"/>
              </a:defRPr>
            </a:lvl8pPr>
            <a:lvl9pPr algn="l">
              <a:defRPr sz="1875" b="0">
                <a:solidFill>
                  <a:srgbClr val="5E6D86"/>
                </a:solidFill>
                <a:latin typeface="Arial"/>
                <a:ea typeface="Arial"/>
                <a:cs typeface="Arial"/>
              </a:defRPr>
            </a:lvl9pPr>
          </a:lstStyle>
          <a:p xmlns:a="http://schemas.openxmlformats.org/drawingml/2006/main">
            <a:pPr algn="l">
              <a:defRPr sz="1875" b="0">
                <a:solidFill>
                  <a:srgbClr val="5E6D86"/>
                </a:solidFill>
                <a:latin typeface="Arial"/>
                <a:ea typeface="Arial"/>
                <a:cs typeface="Arial"/>
              </a:defRPr>
            </a:pPr>
            <a:r>
              <a:rPr sz="1875" b="0">
                <a:solidFill>
                  <a:srgbClr val="5E6D86"/>
                </a:solidFill>
                <a:latin typeface="Arial"/>
                <a:ea typeface="Arial"/>
                <a:cs typeface="Arial"/>
              </a:rPr>
              <a:t>Models cannot rewrite volatility, drawdown or the user’s limits.</a:t>
            </a:r>
          </a:p>
        </p:txBody>
      </p:sp>
      <p:sp>
        <p:nvSpPr>
          <p:cNvPr id="7" name="guard-title-1">
            <a:extLst xmlns:a="http://schemas.openxmlformats.org/drawingml/2006/main">
              <a:ext uri="{FF2B5EF4-FFF2-40B4-BE49-F238E27FC236}">
                <a16:creationId xmlns:a16="http://schemas.microsoft.com/office/drawing/2014/main" id="{3949B61C-EAB1-443F-A1DF-6000E7939770}"/>
              </a:ext>
            </a:extLst>
          </p:cNvPr>
          <p:cNvSpPr>
            <a:spLocks xmlns:a="http://schemas.openxmlformats.org/drawingml/2006/main" noGrp="1"/>
          </p:cNvSpPr>
          <p:nvPr/>
        </p:nvSpPr>
        <p:spPr>
          <a:xfrm xmlns:a="http://schemas.openxmlformats.org/drawingml/2006/main">
            <a:off x="6210300" y="22669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20304E"/>
                </a:solidFill>
                <a:latin typeface="Arial"/>
                <a:ea typeface="Arial"/>
                <a:cs typeface="Arial"/>
              </a:defRPr>
            </a:defPPr>
            <a:lvl1pPr algn="l">
              <a:defRPr sz="2100" b="1">
                <a:solidFill>
                  <a:srgbClr val="20304E"/>
                </a:solidFill>
                <a:latin typeface="Arial"/>
                <a:ea typeface="Arial"/>
                <a:cs typeface="Arial"/>
              </a:defRPr>
            </a:lvl1pPr>
            <a:lvl2pPr algn="l">
              <a:defRPr sz="2100" b="1">
                <a:solidFill>
                  <a:srgbClr val="20304E"/>
                </a:solidFill>
                <a:latin typeface="Arial"/>
                <a:ea typeface="Arial"/>
                <a:cs typeface="Arial"/>
              </a:defRPr>
            </a:lvl2pPr>
            <a:lvl3pPr algn="l">
              <a:defRPr sz="2100" b="1">
                <a:solidFill>
                  <a:srgbClr val="20304E"/>
                </a:solidFill>
                <a:latin typeface="Arial"/>
                <a:ea typeface="Arial"/>
                <a:cs typeface="Arial"/>
              </a:defRPr>
            </a:lvl3pPr>
            <a:lvl4pPr algn="l">
              <a:defRPr sz="2100" b="1">
                <a:solidFill>
                  <a:srgbClr val="20304E"/>
                </a:solidFill>
                <a:latin typeface="Arial"/>
                <a:ea typeface="Arial"/>
                <a:cs typeface="Arial"/>
              </a:defRPr>
            </a:lvl4pPr>
            <a:lvl5pPr algn="l">
              <a:defRPr sz="2100" b="1">
                <a:solidFill>
                  <a:srgbClr val="20304E"/>
                </a:solidFill>
                <a:latin typeface="Arial"/>
                <a:ea typeface="Arial"/>
                <a:cs typeface="Arial"/>
              </a:defRPr>
            </a:lvl5pPr>
            <a:lvl6pPr algn="l">
              <a:defRPr sz="2100" b="1">
                <a:solidFill>
                  <a:srgbClr val="20304E"/>
                </a:solidFill>
                <a:latin typeface="Arial"/>
                <a:ea typeface="Arial"/>
                <a:cs typeface="Arial"/>
              </a:defRPr>
            </a:lvl6pPr>
            <a:lvl7pPr algn="l">
              <a:defRPr sz="2100" b="1">
                <a:solidFill>
                  <a:srgbClr val="20304E"/>
                </a:solidFill>
                <a:latin typeface="Arial"/>
                <a:ea typeface="Arial"/>
                <a:cs typeface="Arial"/>
              </a:defRPr>
            </a:lvl7pPr>
            <a:lvl8pPr algn="l">
              <a:defRPr sz="2100" b="1">
                <a:solidFill>
                  <a:srgbClr val="20304E"/>
                </a:solidFill>
                <a:latin typeface="Arial"/>
                <a:ea typeface="Arial"/>
                <a:cs typeface="Arial"/>
              </a:defRPr>
            </a:lvl8pPr>
            <a:lvl9pPr algn="l">
              <a:defRPr sz="2100" b="1">
                <a:solidFill>
                  <a:srgbClr val="20304E"/>
                </a:solidFill>
                <a:latin typeface="Arial"/>
                <a:ea typeface="Arial"/>
                <a:cs typeface="Arial"/>
              </a:defRPr>
            </a:lvl9pPr>
          </a:lstStyle>
          <a:p xmlns:a="http://schemas.openxmlformats.org/drawingml/2006/main">
            <a:pPr algn="l">
              <a:defRPr sz="2100" b="1">
                <a:solidFill>
                  <a:srgbClr val="20304E"/>
                </a:solidFill>
                <a:latin typeface="Arial"/>
                <a:ea typeface="Arial"/>
                <a:cs typeface="Arial"/>
              </a:defRPr>
            </a:pPr>
            <a:r>
              <a:rPr sz="2100" b="1">
                <a:solidFill>
                  <a:srgbClr val="20304E"/>
                </a:solidFill>
                <a:latin typeface="Arial"/>
                <a:ea typeface="Arial"/>
                <a:cs typeface="Arial"/>
              </a:rPr>
              <a:t>Evidence remains scoped</a:t>
            </a:r>
          </a:p>
        </p:txBody>
      </p:sp>
      <p:sp>
        <p:nvSpPr>
          <p:cNvPr id="8" name="guard-body-1">
            <a:extLst xmlns:a="http://schemas.openxmlformats.org/drawingml/2006/main">
              <a:ext uri="{FF2B5EF4-FFF2-40B4-BE49-F238E27FC236}">
                <a16:creationId xmlns:a16="http://schemas.microsoft.com/office/drawing/2014/main" id="{452B12EA-003C-422E-BB0B-09648DDD3797}"/>
              </a:ext>
            </a:extLst>
          </p:cNvPr>
          <p:cNvSpPr>
            <a:spLocks xmlns:a="http://schemas.openxmlformats.org/drawingml/2006/main" noGrp="1"/>
          </p:cNvSpPr>
          <p:nvPr/>
        </p:nvSpPr>
        <p:spPr>
          <a:xfrm xmlns:a="http://schemas.openxmlformats.org/drawingml/2006/main">
            <a:off x="6210300" y="2838450"/>
            <a:ext cx="485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E6D86"/>
                </a:solidFill>
                <a:latin typeface="Arial"/>
                <a:ea typeface="Arial"/>
                <a:cs typeface="Arial"/>
              </a:defRPr>
            </a:defPPr>
            <a:lvl1pPr algn="l">
              <a:defRPr sz="1875" b="0">
                <a:solidFill>
                  <a:srgbClr val="5E6D86"/>
                </a:solidFill>
                <a:latin typeface="Arial"/>
                <a:ea typeface="Arial"/>
                <a:cs typeface="Arial"/>
              </a:defRPr>
            </a:lvl1pPr>
            <a:lvl2pPr algn="l">
              <a:defRPr sz="1875" b="0">
                <a:solidFill>
                  <a:srgbClr val="5E6D86"/>
                </a:solidFill>
                <a:latin typeface="Arial"/>
                <a:ea typeface="Arial"/>
                <a:cs typeface="Arial"/>
              </a:defRPr>
            </a:lvl2pPr>
            <a:lvl3pPr algn="l">
              <a:defRPr sz="1875" b="0">
                <a:solidFill>
                  <a:srgbClr val="5E6D86"/>
                </a:solidFill>
                <a:latin typeface="Arial"/>
                <a:ea typeface="Arial"/>
                <a:cs typeface="Arial"/>
              </a:defRPr>
            </a:lvl3pPr>
            <a:lvl4pPr algn="l">
              <a:defRPr sz="1875" b="0">
                <a:solidFill>
                  <a:srgbClr val="5E6D86"/>
                </a:solidFill>
                <a:latin typeface="Arial"/>
                <a:ea typeface="Arial"/>
                <a:cs typeface="Arial"/>
              </a:defRPr>
            </a:lvl4pPr>
            <a:lvl5pPr algn="l">
              <a:defRPr sz="1875" b="0">
                <a:solidFill>
                  <a:srgbClr val="5E6D86"/>
                </a:solidFill>
                <a:latin typeface="Arial"/>
                <a:ea typeface="Arial"/>
                <a:cs typeface="Arial"/>
              </a:defRPr>
            </a:lvl5pPr>
            <a:lvl6pPr algn="l">
              <a:defRPr sz="1875" b="0">
                <a:solidFill>
                  <a:srgbClr val="5E6D86"/>
                </a:solidFill>
                <a:latin typeface="Arial"/>
                <a:ea typeface="Arial"/>
                <a:cs typeface="Arial"/>
              </a:defRPr>
            </a:lvl6pPr>
            <a:lvl7pPr algn="l">
              <a:defRPr sz="1875" b="0">
                <a:solidFill>
                  <a:srgbClr val="5E6D86"/>
                </a:solidFill>
                <a:latin typeface="Arial"/>
                <a:ea typeface="Arial"/>
                <a:cs typeface="Arial"/>
              </a:defRPr>
            </a:lvl7pPr>
            <a:lvl8pPr algn="l">
              <a:defRPr sz="1875" b="0">
                <a:solidFill>
                  <a:srgbClr val="5E6D86"/>
                </a:solidFill>
                <a:latin typeface="Arial"/>
                <a:ea typeface="Arial"/>
                <a:cs typeface="Arial"/>
              </a:defRPr>
            </a:lvl8pPr>
            <a:lvl9pPr algn="l">
              <a:defRPr sz="1875" b="0">
                <a:solidFill>
                  <a:srgbClr val="5E6D86"/>
                </a:solidFill>
                <a:latin typeface="Arial"/>
                <a:ea typeface="Arial"/>
                <a:cs typeface="Arial"/>
              </a:defRPr>
            </a:lvl9pPr>
          </a:lstStyle>
          <a:p xmlns:a="http://schemas.openxmlformats.org/drawingml/2006/main">
            <a:pPr algn="l">
              <a:defRPr sz="1875" b="0">
                <a:solidFill>
                  <a:srgbClr val="5E6D86"/>
                </a:solidFill>
                <a:latin typeface="Arial"/>
                <a:ea typeface="Arial"/>
                <a:cs typeface="Arial"/>
              </a:defRPr>
            </a:pPr>
            <a:r>
              <a:rPr sz="1875" b="0">
                <a:solidFill>
                  <a:srgbClr val="5E6D86"/>
                </a:solidFill>
                <a:latin typeface="Arial"/>
                <a:ea typeface="Arial"/>
                <a:cs typeface="Arial"/>
              </a:rPr>
              <a:t>Unknown candidates and foreign evidence IDs trigger rejection.</a:t>
            </a:r>
          </a:p>
        </p:txBody>
      </p:sp>
      <p:sp>
        <p:nvSpPr>
          <p:cNvPr id="9" name="guard-title-2">
            <a:extLst xmlns:a="http://schemas.openxmlformats.org/drawingml/2006/main">
              <a:ext uri="{FF2B5EF4-FFF2-40B4-BE49-F238E27FC236}">
                <a16:creationId xmlns:a16="http://schemas.microsoft.com/office/drawing/2014/main" id="{188D8077-D0CF-4CFD-B46D-BC1B275C7F61}"/>
              </a:ext>
            </a:extLst>
          </p:cNvPr>
          <p:cNvSpPr>
            <a:spLocks xmlns:a="http://schemas.openxmlformats.org/drawingml/2006/main" noGrp="1"/>
          </p:cNvSpPr>
          <p:nvPr/>
        </p:nvSpPr>
        <p:spPr>
          <a:xfrm xmlns:a="http://schemas.openxmlformats.org/drawingml/2006/main">
            <a:off x="685800" y="38481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20304E"/>
                </a:solidFill>
                <a:latin typeface="Arial"/>
                <a:ea typeface="Arial"/>
                <a:cs typeface="Arial"/>
              </a:defRPr>
            </a:defPPr>
            <a:lvl1pPr algn="l">
              <a:defRPr sz="2100" b="1">
                <a:solidFill>
                  <a:srgbClr val="20304E"/>
                </a:solidFill>
                <a:latin typeface="Arial"/>
                <a:ea typeface="Arial"/>
                <a:cs typeface="Arial"/>
              </a:defRPr>
            </a:lvl1pPr>
            <a:lvl2pPr algn="l">
              <a:defRPr sz="2100" b="1">
                <a:solidFill>
                  <a:srgbClr val="20304E"/>
                </a:solidFill>
                <a:latin typeface="Arial"/>
                <a:ea typeface="Arial"/>
                <a:cs typeface="Arial"/>
              </a:defRPr>
            </a:lvl2pPr>
            <a:lvl3pPr algn="l">
              <a:defRPr sz="2100" b="1">
                <a:solidFill>
                  <a:srgbClr val="20304E"/>
                </a:solidFill>
                <a:latin typeface="Arial"/>
                <a:ea typeface="Arial"/>
                <a:cs typeface="Arial"/>
              </a:defRPr>
            </a:lvl3pPr>
            <a:lvl4pPr algn="l">
              <a:defRPr sz="2100" b="1">
                <a:solidFill>
                  <a:srgbClr val="20304E"/>
                </a:solidFill>
                <a:latin typeface="Arial"/>
                <a:ea typeface="Arial"/>
                <a:cs typeface="Arial"/>
              </a:defRPr>
            </a:lvl4pPr>
            <a:lvl5pPr algn="l">
              <a:defRPr sz="2100" b="1">
                <a:solidFill>
                  <a:srgbClr val="20304E"/>
                </a:solidFill>
                <a:latin typeface="Arial"/>
                <a:ea typeface="Arial"/>
                <a:cs typeface="Arial"/>
              </a:defRPr>
            </a:lvl5pPr>
            <a:lvl6pPr algn="l">
              <a:defRPr sz="2100" b="1">
                <a:solidFill>
                  <a:srgbClr val="20304E"/>
                </a:solidFill>
                <a:latin typeface="Arial"/>
                <a:ea typeface="Arial"/>
                <a:cs typeface="Arial"/>
              </a:defRPr>
            </a:lvl6pPr>
            <a:lvl7pPr algn="l">
              <a:defRPr sz="2100" b="1">
                <a:solidFill>
                  <a:srgbClr val="20304E"/>
                </a:solidFill>
                <a:latin typeface="Arial"/>
                <a:ea typeface="Arial"/>
                <a:cs typeface="Arial"/>
              </a:defRPr>
            </a:lvl7pPr>
            <a:lvl8pPr algn="l">
              <a:defRPr sz="2100" b="1">
                <a:solidFill>
                  <a:srgbClr val="20304E"/>
                </a:solidFill>
                <a:latin typeface="Arial"/>
                <a:ea typeface="Arial"/>
                <a:cs typeface="Arial"/>
              </a:defRPr>
            </a:lvl8pPr>
            <a:lvl9pPr algn="l">
              <a:defRPr sz="2100" b="1">
                <a:solidFill>
                  <a:srgbClr val="20304E"/>
                </a:solidFill>
                <a:latin typeface="Arial"/>
                <a:ea typeface="Arial"/>
                <a:cs typeface="Arial"/>
              </a:defRPr>
            </a:lvl9pPr>
          </a:lstStyle>
          <a:p xmlns:a="http://schemas.openxmlformats.org/drawingml/2006/main">
            <a:pPr algn="l">
              <a:defRPr sz="2100" b="1">
                <a:solidFill>
                  <a:srgbClr val="20304E"/>
                </a:solidFill>
                <a:latin typeface="Arial"/>
                <a:ea typeface="Arial"/>
                <a:cs typeface="Arial"/>
              </a:defRPr>
            </a:pPr>
            <a:r>
              <a:rPr sz="2100" b="1">
                <a:solidFill>
                  <a:srgbClr val="20304E"/>
                </a:solidFill>
                <a:latin typeface="Arial"/>
                <a:ea typeface="Arial"/>
                <a:cs typeface="Arial"/>
              </a:rPr>
              <a:t>Recovery stays bounded</a:t>
            </a:r>
          </a:p>
        </p:txBody>
      </p:sp>
      <p:sp>
        <p:nvSpPr>
          <p:cNvPr id="10" name="guard-body-2">
            <a:extLst xmlns:a="http://schemas.openxmlformats.org/drawingml/2006/main">
              <a:ext uri="{FF2B5EF4-FFF2-40B4-BE49-F238E27FC236}">
                <a16:creationId xmlns:a16="http://schemas.microsoft.com/office/drawing/2014/main" id="{4A481E9A-688A-43E7-AF29-46C7F0E696A7}"/>
              </a:ext>
            </a:extLst>
          </p:cNvPr>
          <p:cNvSpPr>
            <a:spLocks xmlns:a="http://schemas.openxmlformats.org/drawingml/2006/main" noGrp="1"/>
          </p:cNvSpPr>
          <p:nvPr/>
        </p:nvSpPr>
        <p:spPr>
          <a:xfrm xmlns:a="http://schemas.openxmlformats.org/drawingml/2006/main">
            <a:off x="685800" y="4419600"/>
            <a:ext cx="485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E6D86"/>
                </a:solidFill>
                <a:latin typeface="Arial"/>
                <a:ea typeface="Arial"/>
                <a:cs typeface="Arial"/>
              </a:defRPr>
            </a:defPPr>
            <a:lvl1pPr algn="l">
              <a:defRPr sz="1875" b="0">
                <a:solidFill>
                  <a:srgbClr val="5E6D86"/>
                </a:solidFill>
                <a:latin typeface="Arial"/>
                <a:ea typeface="Arial"/>
                <a:cs typeface="Arial"/>
              </a:defRPr>
            </a:lvl1pPr>
            <a:lvl2pPr algn="l">
              <a:defRPr sz="1875" b="0">
                <a:solidFill>
                  <a:srgbClr val="5E6D86"/>
                </a:solidFill>
                <a:latin typeface="Arial"/>
                <a:ea typeface="Arial"/>
                <a:cs typeface="Arial"/>
              </a:defRPr>
            </a:lvl2pPr>
            <a:lvl3pPr algn="l">
              <a:defRPr sz="1875" b="0">
                <a:solidFill>
                  <a:srgbClr val="5E6D86"/>
                </a:solidFill>
                <a:latin typeface="Arial"/>
                <a:ea typeface="Arial"/>
                <a:cs typeface="Arial"/>
              </a:defRPr>
            </a:lvl3pPr>
            <a:lvl4pPr algn="l">
              <a:defRPr sz="1875" b="0">
                <a:solidFill>
                  <a:srgbClr val="5E6D86"/>
                </a:solidFill>
                <a:latin typeface="Arial"/>
                <a:ea typeface="Arial"/>
                <a:cs typeface="Arial"/>
              </a:defRPr>
            </a:lvl4pPr>
            <a:lvl5pPr algn="l">
              <a:defRPr sz="1875" b="0">
                <a:solidFill>
                  <a:srgbClr val="5E6D86"/>
                </a:solidFill>
                <a:latin typeface="Arial"/>
                <a:ea typeface="Arial"/>
                <a:cs typeface="Arial"/>
              </a:defRPr>
            </a:lvl5pPr>
            <a:lvl6pPr algn="l">
              <a:defRPr sz="1875" b="0">
                <a:solidFill>
                  <a:srgbClr val="5E6D86"/>
                </a:solidFill>
                <a:latin typeface="Arial"/>
                <a:ea typeface="Arial"/>
                <a:cs typeface="Arial"/>
              </a:defRPr>
            </a:lvl6pPr>
            <a:lvl7pPr algn="l">
              <a:defRPr sz="1875" b="0">
                <a:solidFill>
                  <a:srgbClr val="5E6D86"/>
                </a:solidFill>
                <a:latin typeface="Arial"/>
                <a:ea typeface="Arial"/>
                <a:cs typeface="Arial"/>
              </a:defRPr>
            </a:lvl7pPr>
            <a:lvl8pPr algn="l">
              <a:defRPr sz="1875" b="0">
                <a:solidFill>
                  <a:srgbClr val="5E6D86"/>
                </a:solidFill>
                <a:latin typeface="Arial"/>
                <a:ea typeface="Arial"/>
                <a:cs typeface="Arial"/>
              </a:defRPr>
            </a:lvl8pPr>
            <a:lvl9pPr algn="l">
              <a:defRPr sz="1875" b="0">
                <a:solidFill>
                  <a:srgbClr val="5E6D86"/>
                </a:solidFill>
                <a:latin typeface="Arial"/>
                <a:ea typeface="Arial"/>
                <a:cs typeface="Arial"/>
              </a:defRPr>
            </a:lvl9pPr>
          </a:lstStyle>
          <a:p xmlns:a="http://schemas.openxmlformats.org/drawingml/2006/main">
            <a:pPr algn="l">
              <a:defRPr sz="1875" b="0">
                <a:solidFill>
                  <a:srgbClr val="5E6D86"/>
                </a:solidFill>
                <a:latin typeface="Arial"/>
                <a:ea typeface="Arial"/>
                <a:cs typeface="Arial"/>
              </a:defRPr>
            </a:pPr>
            <a:r>
              <a:rPr sz="1875" b="0">
                <a:solidFill>
                  <a:srgbClr val="5E6D86"/>
                </a:solidFill>
                <a:latin typeface="Arial"/>
                <a:ea typeface="Arial"/>
                <a:cs typeface="Arial"/>
              </a:rPr>
              <a:t>One repair, explicit deadlines and a visible failure state.</a:t>
            </a:r>
          </a:p>
        </p:txBody>
      </p:sp>
      <p:sp>
        <p:nvSpPr>
          <p:cNvPr id="11" name="guard-title-3">
            <a:extLst xmlns:a="http://schemas.openxmlformats.org/drawingml/2006/main">
              <a:ext uri="{FF2B5EF4-FFF2-40B4-BE49-F238E27FC236}">
                <a16:creationId xmlns:a16="http://schemas.microsoft.com/office/drawing/2014/main" id="{72F84344-AB50-4D86-957F-CCBE4A59BC87}"/>
              </a:ext>
            </a:extLst>
          </p:cNvPr>
          <p:cNvSpPr>
            <a:spLocks xmlns:a="http://schemas.openxmlformats.org/drawingml/2006/main" noGrp="1"/>
          </p:cNvSpPr>
          <p:nvPr/>
        </p:nvSpPr>
        <p:spPr>
          <a:xfrm xmlns:a="http://schemas.openxmlformats.org/drawingml/2006/main">
            <a:off x="6210300" y="38481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20304E"/>
                </a:solidFill>
                <a:latin typeface="Arial"/>
                <a:ea typeface="Arial"/>
                <a:cs typeface="Arial"/>
              </a:defRPr>
            </a:defPPr>
            <a:lvl1pPr algn="l">
              <a:defRPr sz="2100" b="1">
                <a:solidFill>
                  <a:srgbClr val="20304E"/>
                </a:solidFill>
                <a:latin typeface="Arial"/>
                <a:ea typeface="Arial"/>
                <a:cs typeface="Arial"/>
              </a:defRPr>
            </a:lvl1pPr>
            <a:lvl2pPr algn="l">
              <a:defRPr sz="2100" b="1">
                <a:solidFill>
                  <a:srgbClr val="20304E"/>
                </a:solidFill>
                <a:latin typeface="Arial"/>
                <a:ea typeface="Arial"/>
                <a:cs typeface="Arial"/>
              </a:defRPr>
            </a:lvl2pPr>
            <a:lvl3pPr algn="l">
              <a:defRPr sz="2100" b="1">
                <a:solidFill>
                  <a:srgbClr val="20304E"/>
                </a:solidFill>
                <a:latin typeface="Arial"/>
                <a:ea typeface="Arial"/>
                <a:cs typeface="Arial"/>
              </a:defRPr>
            </a:lvl3pPr>
            <a:lvl4pPr algn="l">
              <a:defRPr sz="2100" b="1">
                <a:solidFill>
                  <a:srgbClr val="20304E"/>
                </a:solidFill>
                <a:latin typeface="Arial"/>
                <a:ea typeface="Arial"/>
                <a:cs typeface="Arial"/>
              </a:defRPr>
            </a:lvl4pPr>
            <a:lvl5pPr algn="l">
              <a:defRPr sz="2100" b="1">
                <a:solidFill>
                  <a:srgbClr val="20304E"/>
                </a:solidFill>
                <a:latin typeface="Arial"/>
                <a:ea typeface="Arial"/>
                <a:cs typeface="Arial"/>
              </a:defRPr>
            </a:lvl5pPr>
            <a:lvl6pPr algn="l">
              <a:defRPr sz="2100" b="1">
                <a:solidFill>
                  <a:srgbClr val="20304E"/>
                </a:solidFill>
                <a:latin typeface="Arial"/>
                <a:ea typeface="Arial"/>
                <a:cs typeface="Arial"/>
              </a:defRPr>
            </a:lvl6pPr>
            <a:lvl7pPr algn="l">
              <a:defRPr sz="2100" b="1">
                <a:solidFill>
                  <a:srgbClr val="20304E"/>
                </a:solidFill>
                <a:latin typeface="Arial"/>
                <a:ea typeface="Arial"/>
                <a:cs typeface="Arial"/>
              </a:defRPr>
            </a:lvl7pPr>
            <a:lvl8pPr algn="l">
              <a:defRPr sz="2100" b="1">
                <a:solidFill>
                  <a:srgbClr val="20304E"/>
                </a:solidFill>
                <a:latin typeface="Arial"/>
                <a:ea typeface="Arial"/>
                <a:cs typeface="Arial"/>
              </a:defRPr>
            </a:lvl8pPr>
            <a:lvl9pPr algn="l">
              <a:defRPr sz="2100" b="1">
                <a:solidFill>
                  <a:srgbClr val="20304E"/>
                </a:solidFill>
                <a:latin typeface="Arial"/>
                <a:ea typeface="Arial"/>
                <a:cs typeface="Arial"/>
              </a:defRPr>
            </a:lvl9pPr>
          </a:lstStyle>
          <a:p xmlns:a="http://schemas.openxmlformats.org/drawingml/2006/main">
            <a:pPr algn="l">
              <a:defRPr sz="2100" b="1">
                <a:solidFill>
                  <a:srgbClr val="20304E"/>
                </a:solidFill>
                <a:latin typeface="Arial"/>
                <a:ea typeface="Arial"/>
                <a:cs typeface="Arial"/>
              </a:defRPr>
            </a:pPr>
            <a:r>
              <a:rPr sz="2100" b="1">
                <a:solidFill>
                  <a:srgbClr val="20304E"/>
                </a:solidFill>
                <a:latin typeface="Arial"/>
                <a:ea typeface="Arial"/>
                <a:cs typeface="Arial"/>
              </a:rPr>
              <a:t>Personal records stay scoped</a:t>
            </a:r>
          </a:p>
        </p:txBody>
      </p:sp>
      <p:sp>
        <p:nvSpPr>
          <p:cNvPr id="12" name="guard-body-3">
            <a:extLst xmlns:a="http://schemas.openxmlformats.org/drawingml/2006/main">
              <a:ext uri="{FF2B5EF4-FFF2-40B4-BE49-F238E27FC236}">
                <a16:creationId xmlns:a16="http://schemas.microsoft.com/office/drawing/2014/main" id="{C3B4289E-71BF-45B6-B306-1FEC88E03302}"/>
              </a:ext>
            </a:extLst>
          </p:cNvPr>
          <p:cNvSpPr>
            <a:spLocks xmlns:a="http://schemas.openxmlformats.org/drawingml/2006/main" noGrp="1"/>
          </p:cNvSpPr>
          <p:nvPr/>
        </p:nvSpPr>
        <p:spPr>
          <a:xfrm xmlns:a="http://schemas.openxmlformats.org/drawingml/2006/main">
            <a:off x="6210300" y="4419600"/>
            <a:ext cx="485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E6D86"/>
                </a:solidFill>
                <a:latin typeface="Arial"/>
                <a:ea typeface="Arial"/>
                <a:cs typeface="Arial"/>
              </a:defRPr>
            </a:defPPr>
            <a:lvl1pPr algn="l">
              <a:defRPr sz="1875" b="0">
                <a:solidFill>
                  <a:srgbClr val="5E6D86"/>
                </a:solidFill>
                <a:latin typeface="Arial"/>
                <a:ea typeface="Arial"/>
                <a:cs typeface="Arial"/>
              </a:defRPr>
            </a:lvl1pPr>
            <a:lvl2pPr algn="l">
              <a:defRPr sz="1875" b="0">
                <a:solidFill>
                  <a:srgbClr val="5E6D86"/>
                </a:solidFill>
                <a:latin typeface="Arial"/>
                <a:ea typeface="Arial"/>
                <a:cs typeface="Arial"/>
              </a:defRPr>
            </a:lvl2pPr>
            <a:lvl3pPr algn="l">
              <a:defRPr sz="1875" b="0">
                <a:solidFill>
                  <a:srgbClr val="5E6D86"/>
                </a:solidFill>
                <a:latin typeface="Arial"/>
                <a:ea typeface="Arial"/>
                <a:cs typeface="Arial"/>
              </a:defRPr>
            </a:lvl3pPr>
            <a:lvl4pPr algn="l">
              <a:defRPr sz="1875" b="0">
                <a:solidFill>
                  <a:srgbClr val="5E6D86"/>
                </a:solidFill>
                <a:latin typeface="Arial"/>
                <a:ea typeface="Arial"/>
                <a:cs typeface="Arial"/>
              </a:defRPr>
            </a:lvl4pPr>
            <a:lvl5pPr algn="l">
              <a:defRPr sz="1875" b="0">
                <a:solidFill>
                  <a:srgbClr val="5E6D86"/>
                </a:solidFill>
                <a:latin typeface="Arial"/>
                <a:ea typeface="Arial"/>
                <a:cs typeface="Arial"/>
              </a:defRPr>
            </a:lvl5pPr>
            <a:lvl6pPr algn="l">
              <a:defRPr sz="1875" b="0">
                <a:solidFill>
                  <a:srgbClr val="5E6D86"/>
                </a:solidFill>
                <a:latin typeface="Arial"/>
                <a:ea typeface="Arial"/>
                <a:cs typeface="Arial"/>
              </a:defRPr>
            </a:lvl6pPr>
            <a:lvl7pPr algn="l">
              <a:defRPr sz="1875" b="0">
                <a:solidFill>
                  <a:srgbClr val="5E6D86"/>
                </a:solidFill>
                <a:latin typeface="Arial"/>
                <a:ea typeface="Arial"/>
                <a:cs typeface="Arial"/>
              </a:defRPr>
            </a:lvl7pPr>
            <a:lvl8pPr algn="l">
              <a:defRPr sz="1875" b="0">
                <a:solidFill>
                  <a:srgbClr val="5E6D86"/>
                </a:solidFill>
                <a:latin typeface="Arial"/>
                <a:ea typeface="Arial"/>
                <a:cs typeface="Arial"/>
              </a:defRPr>
            </a:lvl8pPr>
            <a:lvl9pPr algn="l">
              <a:defRPr sz="1875" b="0">
                <a:solidFill>
                  <a:srgbClr val="5E6D86"/>
                </a:solidFill>
                <a:latin typeface="Arial"/>
                <a:ea typeface="Arial"/>
                <a:cs typeface="Arial"/>
              </a:defRPr>
            </a:lvl9pPr>
          </a:lstStyle>
          <a:p xmlns:a="http://schemas.openxmlformats.org/drawingml/2006/main">
            <a:pPr algn="l">
              <a:defRPr sz="1875" b="0">
                <a:solidFill>
                  <a:srgbClr val="5E6D86"/>
                </a:solidFill>
                <a:latin typeface="Arial"/>
                <a:ea typeface="Arial"/>
                <a:cs typeface="Arial"/>
              </a:defRPr>
            </a:pPr>
            <a:r>
              <a:rPr sz="1875" b="0">
                <a:solidFill>
                  <a:srgbClr val="5E6D86"/>
                </a:solidFill>
                <a:latin typeface="Arial"/>
                <a:ea typeface="Arial"/>
                <a:cs typeface="Arial"/>
              </a:rPr>
              <a:t>Server-side identity checks protect research, notes and memory.</a:t>
            </a:r>
          </a:p>
        </p:txBody>
      </p:sp>
      <p:sp>
        <p:nvSpPr>
          <p:cNvPr id="13" name="truth-statement">
            <a:extLst xmlns:a="http://schemas.openxmlformats.org/drawingml/2006/main">
              <a:ext uri="{FF2B5EF4-FFF2-40B4-BE49-F238E27FC236}">
                <a16:creationId xmlns:a16="http://schemas.microsoft.com/office/drawing/2014/main" id="{133E41C3-F1E2-420F-A68C-C017DDB350A6}"/>
              </a:ext>
            </a:extLst>
          </p:cNvPr>
          <p:cNvSpPr>
            <a:spLocks xmlns:a="http://schemas.openxmlformats.org/drawingml/2006/main" noGrp="1"/>
          </p:cNvSpPr>
          <p:nvPr/>
        </p:nvSpPr>
        <p:spPr>
          <a:xfrm xmlns:a="http://schemas.openxmlformats.org/drawingml/2006/main">
            <a:off x="685800" y="57245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1">
                <a:solidFill>
                  <a:srgbClr val="4359E8"/>
                </a:solidFill>
                <a:latin typeface="Arial"/>
                <a:ea typeface="Arial"/>
                <a:cs typeface="Arial"/>
              </a:defRPr>
            </a:defPPr>
            <a:lvl1pPr algn="l">
              <a:defRPr sz="1875" b="1">
                <a:solidFill>
                  <a:srgbClr val="4359E8"/>
                </a:solidFill>
                <a:latin typeface="Arial"/>
                <a:ea typeface="Arial"/>
                <a:cs typeface="Arial"/>
              </a:defRPr>
            </a:lvl1pPr>
            <a:lvl2pPr algn="l">
              <a:defRPr sz="1875" b="1">
                <a:solidFill>
                  <a:srgbClr val="4359E8"/>
                </a:solidFill>
                <a:latin typeface="Arial"/>
                <a:ea typeface="Arial"/>
                <a:cs typeface="Arial"/>
              </a:defRPr>
            </a:lvl2pPr>
            <a:lvl3pPr algn="l">
              <a:defRPr sz="1875" b="1">
                <a:solidFill>
                  <a:srgbClr val="4359E8"/>
                </a:solidFill>
                <a:latin typeface="Arial"/>
                <a:ea typeface="Arial"/>
                <a:cs typeface="Arial"/>
              </a:defRPr>
            </a:lvl3pPr>
            <a:lvl4pPr algn="l">
              <a:defRPr sz="1875" b="1">
                <a:solidFill>
                  <a:srgbClr val="4359E8"/>
                </a:solidFill>
                <a:latin typeface="Arial"/>
                <a:ea typeface="Arial"/>
                <a:cs typeface="Arial"/>
              </a:defRPr>
            </a:lvl4pPr>
            <a:lvl5pPr algn="l">
              <a:defRPr sz="1875" b="1">
                <a:solidFill>
                  <a:srgbClr val="4359E8"/>
                </a:solidFill>
                <a:latin typeface="Arial"/>
                <a:ea typeface="Arial"/>
                <a:cs typeface="Arial"/>
              </a:defRPr>
            </a:lvl5pPr>
            <a:lvl6pPr algn="l">
              <a:defRPr sz="1875" b="1">
                <a:solidFill>
                  <a:srgbClr val="4359E8"/>
                </a:solidFill>
                <a:latin typeface="Arial"/>
                <a:ea typeface="Arial"/>
                <a:cs typeface="Arial"/>
              </a:defRPr>
            </a:lvl6pPr>
            <a:lvl7pPr algn="l">
              <a:defRPr sz="1875" b="1">
                <a:solidFill>
                  <a:srgbClr val="4359E8"/>
                </a:solidFill>
                <a:latin typeface="Arial"/>
                <a:ea typeface="Arial"/>
                <a:cs typeface="Arial"/>
              </a:defRPr>
            </a:lvl7pPr>
            <a:lvl8pPr algn="l">
              <a:defRPr sz="1875" b="1">
                <a:solidFill>
                  <a:srgbClr val="4359E8"/>
                </a:solidFill>
                <a:latin typeface="Arial"/>
                <a:ea typeface="Arial"/>
                <a:cs typeface="Arial"/>
              </a:defRPr>
            </a:lvl8pPr>
            <a:lvl9pPr algn="l">
              <a:defRPr sz="1875" b="1">
                <a:solidFill>
                  <a:srgbClr val="4359E8"/>
                </a:solidFill>
                <a:latin typeface="Arial"/>
                <a:ea typeface="Arial"/>
                <a:cs typeface="Arial"/>
              </a:defRPr>
            </a:lvl9pPr>
          </a:lstStyle>
          <a:p xmlns:a="http://schemas.openxmlformats.org/drawingml/2006/main">
            <a:pPr algn="l">
              <a:defRPr sz="1875" b="1">
                <a:solidFill>
                  <a:srgbClr val="4359E8"/>
                </a:solidFill>
                <a:latin typeface="Arial"/>
                <a:ea typeface="Arial"/>
                <a:cs typeface="Arial"/>
              </a:defRPr>
            </a:pPr>
            <a:r>
              <a:rPr sz="1875" b="1">
                <a:solidFill>
                  <a:srgbClr val="4359E8"/>
                </a:solidFill>
                <a:latin typeface="Arial"/>
                <a:ea typeface="Arial"/>
                <a:cs typeface="Arial"/>
              </a:rPr>
              <a:t>50 tests and 14 API checks passed from a clean checkout.</a:t>
            </a:r>
          </a:p>
        </p:txBody>
      </p:sp>
    </p:spTree>
    <p:extLst>
      <p:ext uri="{BB962C8B-B14F-4D97-AF65-F5344CB8AC3E}">
        <p14:creationId xmlns:p14="http://schemas.microsoft.com/office/powerpoint/2010/main" val="892546957"/>
      </p:ext>
    </p:extLst>
  </p:cSld>
</p:sld>
</file>

<file path=ppt/slides/slide8.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65F82A98-8A96-47F3-B5D1-8DF99017C1C2}"/>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0304E"/>
                </a:solidFill>
                <a:latin typeface="Arial"/>
                <a:ea typeface="Arial"/>
                <a:cs typeface="Arial"/>
              </a:defRPr>
            </a:defPPr>
            <a:lvl1pPr algn="l">
              <a:defRPr sz="3300" b="1">
                <a:solidFill>
                  <a:srgbClr val="20304E"/>
                </a:solidFill>
                <a:latin typeface="Arial"/>
                <a:ea typeface="Arial"/>
                <a:cs typeface="Arial"/>
              </a:defRPr>
            </a:lvl1pPr>
            <a:lvl2pPr algn="l">
              <a:defRPr sz="3300" b="1">
                <a:solidFill>
                  <a:srgbClr val="20304E"/>
                </a:solidFill>
                <a:latin typeface="Arial"/>
                <a:ea typeface="Arial"/>
                <a:cs typeface="Arial"/>
              </a:defRPr>
            </a:lvl2pPr>
            <a:lvl3pPr algn="l">
              <a:defRPr sz="3300" b="1">
                <a:solidFill>
                  <a:srgbClr val="20304E"/>
                </a:solidFill>
                <a:latin typeface="Arial"/>
                <a:ea typeface="Arial"/>
                <a:cs typeface="Arial"/>
              </a:defRPr>
            </a:lvl3pPr>
            <a:lvl4pPr algn="l">
              <a:defRPr sz="3300" b="1">
                <a:solidFill>
                  <a:srgbClr val="20304E"/>
                </a:solidFill>
                <a:latin typeface="Arial"/>
                <a:ea typeface="Arial"/>
                <a:cs typeface="Arial"/>
              </a:defRPr>
            </a:lvl4pPr>
            <a:lvl5pPr algn="l">
              <a:defRPr sz="3300" b="1">
                <a:solidFill>
                  <a:srgbClr val="20304E"/>
                </a:solidFill>
                <a:latin typeface="Arial"/>
                <a:ea typeface="Arial"/>
                <a:cs typeface="Arial"/>
              </a:defRPr>
            </a:lvl5pPr>
            <a:lvl6pPr algn="l">
              <a:defRPr sz="3300" b="1">
                <a:solidFill>
                  <a:srgbClr val="20304E"/>
                </a:solidFill>
                <a:latin typeface="Arial"/>
                <a:ea typeface="Arial"/>
                <a:cs typeface="Arial"/>
              </a:defRPr>
            </a:lvl6pPr>
            <a:lvl7pPr algn="l">
              <a:defRPr sz="3300" b="1">
                <a:solidFill>
                  <a:srgbClr val="20304E"/>
                </a:solidFill>
                <a:latin typeface="Arial"/>
                <a:ea typeface="Arial"/>
                <a:cs typeface="Arial"/>
              </a:defRPr>
            </a:lvl7pPr>
            <a:lvl8pPr algn="l">
              <a:defRPr sz="3300" b="1">
                <a:solidFill>
                  <a:srgbClr val="20304E"/>
                </a:solidFill>
                <a:latin typeface="Arial"/>
                <a:ea typeface="Arial"/>
                <a:cs typeface="Arial"/>
              </a:defRPr>
            </a:lvl8pPr>
            <a:lvl9pPr algn="l">
              <a:defRPr sz="3300" b="1">
                <a:solidFill>
                  <a:srgbClr val="20304E"/>
                </a:solidFill>
                <a:latin typeface="Arial"/>
                <a:ea typeface="Arial"/>
                <a:cs typeface="Arial"/>
              </a:defRPr>
            </a:lvl9pPr>
          </a:lstStyle>
          <a:p xmlns:a="http://schemas.openxmlformats.org/drawingml/2006/main">
            <a:pPr algn="l">
              <a:defRPr sz="3300" b="1">
                <a:solidFill>
                  <a:srgbClr val="20304E"/>
                </a:solidFill>
                <a:latin typeface="Arial"/>
                <a:ea typeface="Arial"/>
                <a:cs typeface="Arial"/>
              </a:defRPr>
            </a:pPr>
            <a:r>
              <a:rPr sz="3300" b="1">
                <a:solidFill>
                  <a:srgbClr val="20304E"/>
                </a:solidFill>
                <a:latin typeface="Arial"/>
                <a:ea typeface="Arial"/>
                <a:cs typeface="Arial"/>
              </a:rPr>
              <a:t>A research habit is the business hypothesis.</a:t>
            </a:r>
          </a:p>
        </p:txBody>
      </p:sp>
      <p:sp>
        <p:nvSpPr>
          <p:cNvPr id="3" name="accent">
            <a:extLst xmlns:a="http://schemas.openxmlformats.org/drawingml/2006/main">
              <a:ext uri="{FF2B5EF4-FFF2-40B4-BE49-F238E27FC236}">
                <a16:creationId xmlns:a16="http://schemas.microsoft.com/office/drawing/2014/main" id="{1127BFCC-D81E-409A-AE29-83693EF36389}"/>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4" name="folio">
            <a:extLst xmlns:a="http://schemas.openxmlformats.org/drawingml/2006/main">
              <a:ext uri="{FF2B5EF4-FFF2-40B4-BE49-F238E27FC236}">
                <a16:creationId xmlns:a16="http://schemas.microsoft.com/office/drawing/2014/main" id="{4B9A990E-6E28-4B86-9AB3-22E4E3A6C1F8}"/>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8794AD"/>
                </a:solidFill>
                <a:latin typeface="Arial"/>
                <a:ea typeface="Arial"/>
                <a:cs typeface="Arial"/>
              </a:defRPr>
            </a:defPPr>
            <a:lvl1pPr algn="l">
              <a:defRPr sz="1050" b="0">
                <a:solidFill>
                  <a:srgbClr val="8794AD"/>
                </a:solidFill>
                <a:latin typeface="Arial"/>
                <a:ea typeface="Arial"/>
                <a:cs typeface="Arial"/>
              </a:defRPr>
            </a:lvl1pPr>
            <a:lvl2pPr algn="l">
              <a:defRPr sz="1050" b="0">
                <a:solidFill>
                  <a:srgbClr val="8794AD"/>
                </a:solidFill>
                <a:latin typeface="Arial"/>
                <a:ea typeface="Arial"/>
                <a:cs typeface="Arial"/>
              </a:defRPr>
            </a:lvl2pPr>
            <a:lvl3pPr algn="l">
              <a:defRPr sz="1050" b="0">
                <a:solidFill>
                  <a:srgbClr val="8794AD"/>
                </a:solidFill>
                <a:latin typeface="Arial"/>
                <a:ea typeface="Arial"/>
                <a:cs typeface="Arial"/>
              </a:defRPr>
            </a:lvl3pPr>
            <a:lvl4pPr algn="l">
              <a:defRPr sz="1050" b="0">
                <a:solidFill>
                  <a:srgbClr val="8794AD"/>
                </a:solidFill>
                <a:latin typeface="Arial"/>
                <a:ea typeface="Arial"/>
                <a:cs typeface="Arial"/>
              </a:defRPr>
            </a:lvl4pPr>
            <a:lvl5pPr algn="l">
              <a:defRPr sz="1050" b="0">
                <a:solidFill>
                  <a:srgbClr val="8794AD"/>
                </a:solidFill>
                <a:latin typeface="Arial"/>
                <a:ea typeface="Arial"/>
                <a:cs typeface="Arial"/>
              </a:defRPr>
            </a:lvl5pPr>
            <a:lvl6pPr algn="l">
              <a:defRPr sz="1050" b="0">
                <a:solidFill>
                  <a:srgbClr val="8794AD"/>
                </a:solidFill>
                <a:latin typeface="Arial"/>
                <a:ea typeface="Arial"/>
                <a:cs typeface="Arial"/>
              </a:defRPr>
            </a:lvl6pPr>
            <a:lvl7pPr algn="l">
              <a:defRPr sz="1050" b="0">
                <a:solidFill>
                  <a:srgbClr val="8794AD"/>
                </a:solidFill>
                <a:latin typeface="Arial"/>
                <a:ea typeface="Arial"/>
                <a:cs typeface="Arial"/>
              </a:defRPr>
            </a:lvl7pPr>
            <a:lvl8pPr algn="l">
              <a:defRPr sz="1050" b="0">
                <a:solidFill>
                  <a:srgbClr val="8794AD"/>
                </a:solidFill>
                <a:latin typeface="Arial"/>
                <a:ea typeface="Arial"/>
                <a:cs typeface="Arial"/>
              </a:defRPr>
            </a:lvl8pPr>
            <a:lvl9pPr algn="l">
              <a:defRPr sz="1050" b="0">
                <a:solidFill>
                  <a:srgbClr val="8794AD"/>
                </a:solidFill>
                <a:latin typeface="Arial"/>
                <a:ea typeface="Arial"/>
                <a:cs typeface="Arial"/>
              </a:defRPr>
            </a:lvl9pPr>
          </a:lstStyle>
          <a:p xmlns:a="http://schemas.openxmlformats.org/drawingml/2006/main">
            <a:pPr algn="l">
              <a:defRPr sz="1050" b="0">
                <a:solidFill>
                  <a:srgbClr val="8794AD"/>
                </a:solidFill>
                <a:latin typeface="Arial"/>
                <a:ea typeface="Arial"/>
                <a:cs typeface="Arial"/>
              </a:defRPr>
            </a:pPr>
            <a:r>
              <a:rPr sz="1050" b="0">
                <a:solidFill>
                  <a:srgbClr val="8794AD"/>
                </a:solidFill>
                <a:latin typeface="Arial"/>
                <a:ea typeface="Arial"/>
                <a:cs typeface="Arial"/>
              </a:rPr>
              <a:t>08</a:t>
            </a:r>
          </a:p>
        </p:txBody>
      </p:sp>
      <p:sp>
        <p:nvSpPr>
          <p:cNvPr id="5" name="pricing-main">
            <a:extLst xmlns:a="http://schemas.openxmlformats.org/drawingml/2006/main">
              <a:ext uri="{FF2B5EF4-FFF2-40B4-BE49-F238E27FC236}">
                <a16:creationId xmlns:a16="http://schemas.microsoft.com/office/drawing/2014/main" id="{DCCACED2-BF71-41C3-8E0D-DE19C05022E3}"/>
              </a:ext>
            </a:extLst>
          </p:cNvPr>
          <p:cNvSpPr>
            <a:spLocks xmlns:a="http://schemas.openxmlformats.org/drawingml/2006/main" noGrp="1"/>
          </p:cNvSpPr>
          <p:nvPr/>
        </p:nvSpPr>
        <p:spPr>
          <a:xfrm xmlns:a="http://schemas.openxmlformats.org/drawingml/2006/main">
            <a:off x="685800" y="2324100"/>
            <a:ext cx="409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8250" b="1">
                <a:solidFill>
                  <a:srgbClr val="4359E8"/>
                </a:solidFill>
                <a:latin typeface="Arial"/>
                <a:ea typeface="Arial"/>
                <a:cs typeface="Arial"/>
              </a:defRPr>
            </a:defPPr>
            <a:lvl1pPr algn="l">
              <a:defRPr sz="8250" b="1">
                <a:solidFill>
                  <a:srgbClr val="4359E8"/>
                </a:solidFill>
                <a:latin typeface="Arial"/>
                <a:ea typeface="Arial"/>
                <a:cs typeface="Arial"/>
              </a:defRPr>
            </a:lvl1pPr>
            <a:lvl2pPr algn="l">
              <a:defRPr sz="8250" b="1">
                <a:solidFill>
                  <a:srgbClr val="4359E8"/>
                </a:solidFill>
                <a:latin typeface="Arial"/>
                <a:ea typeface="Arial"/>
                <a:cs typeface="Arial"/>
              </a:defRPr>
            </a:lvl2pPr>
            <a:lvl3pPr algn="l">
              <a:defRPr sz="8250" b="1">
                <a:solidFill>
                  <a:srgbClr val="4359E8"/>
                </a:solidFill>
                <a:latin typeface="Arial"/>
                <a:ea typeface="Arial"/>
                <a:cs typeface="Arial"/>
              </a:defRPr>
            </a:lvl3pPr>
            <a:lvl4pPr algn="l">
              <a:defRPr sz="8250" b="1">
                <a:solidFill>
                  <a:srgbClr val="4359E8"/>
                </a:solidFill>
                <a:latin typeface="Arial"/>
                <a:ea typeface="Arial"/>
                <a:cs typeface="Arial"/>
              </a:defRPr>
            </a:lvl4pPr>
            <a:lvl5pPr algn="l">
              <a:defRPr sz="8250" b="1">
                <a:solidFill>
                  <a:srgbClr val="4359E8"/>
                </a:solidFill>
                <a:latin typeface="Arial"/>
                <a:ea typeface="Arial"/>
                <a:cs typeface="Arial"/>
              </a:defRPr>
            </a:lvl5pPr>
            <a:lvl6pPr algn="l">
              <a:defRPr sz="8250" b="1">
                <a:solidFill>
                  <a:srgbClr val="4359E8"/>
                </a:solidFill>
                <a:latin typeface="Arial"/>
                <a:ea typeface="Arial"/>
                <a:cs typeface="Arial"/>
              </a:defRPr>
            </a:lvl6pPr>
            <a:lvl7pPr algn="l">
              <a:defRPr sz="8250" b="1">
                <a:solidFill>
                  <a:srgbClr val="4359E8"/>
                </a:solidFill>
                <a:latin typeface="Arial"/>
                <a:ea typeface="Arial"/>
                <a:cs typeface="Arial"/>
              </a:defRPr>
            </a:lvl7pPr>
            <a:lvl8pPr algn="l">
              <a:defRPr sz="8250" b="1">
                <a:solidFill>
                  <a:srgbClr val="4359E8"/>
                </a:solidFill>
                <a:latin typeface="Arial"/>
                <a:ea typeface="Arial"/>
                <a:cs typeface="Arial"/>
              </a:defRPr>
            </a:lvl8pPr>
            <a:lvl9pPr algn="l">
              <a:defRPr sz="8250" b="1">
                <a:solidFill>
                  <a:srgbClr val="4359E8"/>
                </a:solidFill>
                <a:latin typeface="Arial"/>
                <a:ea typeface="Arial"/>
                <a:cs typeface="Arial"/>
              </a:defRPr>
            </a:lvl9pPr>
          </a:lstStyle>
          <a:p xmlns:a="http://schemas.openxmlformats.org/drawingml/2006/main">
            <a:pPr algn="l">
              <a:defRPr sz="8250" b="1">
                <a:solidFill>
                  <a:srgbClr val="4359E8"/>
                </a:solidFill>
                <a:latin typeface="Arial"/>
                <a:ea typeface="Arial"/>
                <a:cs typeface="Arial"/>
              </a:defRPr>
            </a:pPr>
            <a:r>
              <a:rPr sz="8250" b="1">
                <a:solidFill>
                  <a:srgbClr val="4359E8"/>
                </a:solidFill>
                <a:latin typeface="Arial"/>
                <a:ea typeface="Arial"/>
                <a:cs typeface="Arial"/>
              </a:rPr>
              <a:t>$19</a:t>
            </a:r>
          </a:p>
        </p:txBody>
      </p:sp>
      <p:sp>
        <p:nvSpPr>
          <p:cNvPr id="6" name="pricing-unit">
            <a:extLst xmlns:a="http://schemas.openxmlformats.org/drawingml/2006/main">
              <a:ext uri="{FF2B5EF4-FFF2-40B4-BE49-F238E27FC236}">
                <a16:creationId xmlns:a16="http://schemas.microsoft.com/office/drawing/2014/main" id="{DA74ACB5-0F61-4921-AEA1-B9A91AFB370A}"/>
              </a:ext>
            </a:extLst>
          </p:cNvPr>
          <p:cNvSpPr>
            <a:spLocks xmlns:a="http://schemas.openxmlformats.org/drawingml/2006/main" noGrp="1"/>
          </p:cNvSpPr>
          <p:nvPr/>
        </p:nvSpPr>
        <p:spPr>
          <a:xfrm xmlns:a="http://schemas.openxmlformats.org/drawingml/2006/main">
            <a:off x="762000" y="37623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5E6D86"/>
                </a:solidFill>
                <a:latin typeface="Arial"/>
                <a:ea typeface="Arial"/>
                <a:cs typeface="Arial"/>
              </a:defRPr>
            </a:defPPr>
            <a:lvl1pPr algn="l">
              <a:defRPr sz="1875" b="0">
                <a:solidFill>
                  <a:srgbClr val="5E6D86"/>
                </a:solidFill>
                <a:latin typeface="Arial"/>
                <a:ea typeface="Arial"/>
                <a:cs typeface="Arial"/>
              </a:defRPr>
            </a:lvl1pPr>
            <a:lvl2pPr algn="l">
              <a:defRPr sz="1875" b="0">
                <a:solidFill>
                  <a:srgbClr val="5E6D86"/>
                </a:solidFill>
                <a:latin typeface="Arial"/>
                <a:ea typeface="Arial"/>
                <a:cs typeface="Arial"/>
              </a:defRPr>
            </a:lvl2pPr>
            <a:lvl3pPr algn="l">
              <a:defRPr sz="1875" b="0">
                <a:solidFill>
                  <a:srgbClr val="5E6D86"/>
                </a:solidFill>
                <a:latin typeface="Arial"/>
                <a:ea typeface="Arial"/>
                <a:cs typeface="Arial"/>
              </a:defRPr>
            </a:lvl3pPr>
            <a:lvl4pPr algn="l">
              <a:defRPr sz="1875" b="0">
                <a:solidFill>
                  <a:srgbClr val="5E6D86"/>
                </a:solidFill>
                <a:latin typeface="Arial"/>
                <a:ea typeface="Arial"/>
                <a:cs typeface="Arial"/>
              </a:defRPr>
            </a:lvl4pPr>
            <a:lvl5pPr algn="l">
              <a:defRPr sz="1875" b="0">
                <a:solidFill>
                  <a:srgbClr val="5E6D86"/>
                </a:solidFill>
                <a:latin typeface="Arial"/>
                <a:ea typeface="Arial"/>
                <a:cs typeface="Arial"/>
              </a:defRPr>
            </a:lvl5pPr>
            <a:lvl6pPr algn="l">
              <a:defRPr sz="1875" b="0">
                <a:solidFill>
                  <a:srgbClr val="5E6D86"/>
                </a:solidFill>
                <a:latin typeface="Arial"/>
                <a:ea typeface="Arial"/>
                <a:cs typeface="Arial"/>
              </a:defRPr>
            </a:lvl6pPr>
            <a:lvl7pPr algn="l">
              <a:defRPr sz="1875" b="0">
                <a:solidFill>
                  <a:srgbClr val="5E6D86"/>
                </a:solidFill>
                <a:latin typeface="Arial"/>
                <a:ea typeface="Arial"/>
                <a:cs typeface="Arial"/>
              </a:defRPr>
            </a:lvl7pPr>
            <a:lvl8pPr algn="l">
              <a:defRPr sz="1875" b="0">
                <a:solidFill>
                  <a:srgbClr val="5E6D86"/>
                </a:solidFill>
                <a:latin typeface="Arial"/>
                <a:ea typeface="Arial"/>
                <a:cs typeface="Arial"/>
              </a:defRPr>
            </a:lvl8pPr>
            <a:lvl9pPr algn="l">
              <a:defRPr sz="1875" b="0">
                <a:solidFill>
                  <a:srgbClr val="5E6D86"/>
                </a:solidFill>
                <a:latin typeface="Arial"/>
                <a:ea typeface="Arial"/>
                <a:cs typeface="Arial"/>
              </a:defRPr>
            </a:lvl9pPr>
          </a:lstStyle>
          <a:p xmlns:a="http://schemas.openxmlformats.org/drawingml/2006/main">
            <a:pPr algn="l">
              <a:defRPr sz="1875" b="0">
                <a:solidFill>
                  <a:srgbClr val="5E6D86"/>
                </a:solidFill>
                <a:latin typeface="Arial"/>
                <a:ea typeface="Arial"/>
                <a:cs typeface="Arial"/>
              </a:defRPr>
            </a:pPr>
            <a:r>
              <a:rPr sz="1875" b="0">
                <a:solidFill>
                  <a:srgbClr val="5E6D86"/>
                </a:solidFill>
                <a:latin typeface="Arial"/>
                <a:ea typeface="Arial"/>
                <a:cs typeface="Arial"/>
              </a:rPr>
              <a:t>per month, proposed individual plan</a:t>
            </a:r>
          </a:p>
        </p:txBody>
      </p:sp>
      <p:sp>
        <p:nvSpPr>
          <p:cNvPr id="7" name="pricing-offer">
            <a:extLst xmlns:a="http://schemas.openxmlformats.org/drawingml/2006/main">
              <a:ext uri="{FF2B5EF4-FFF2-40B4-BE49-F238E27FC236}">
                <a16:creationId xmlns:a16="http://schemas.microsoft.com/office/drawing/2014/main" id="{4F995F48-8978-4FE5-9A86-A1A32D9E797A}"/>
              </a:ext>
            </a:extLst>
          </p:cNvPr>
          <p:cNvSpPr>
            <a:spLocks xmlns:a="http://schemas.openxmlformats.org/drawingml/2006/main" noGrp="1"/>
          </p:cNvSpPr>
          <p:nvPr/>
        </p:nvSpPr>
        <p:spPr>
          <a:xfrm xmlns:a="http://schemas.openxmlformats.org/drawingml/2006/main">
            <a:off x="5981700" y="245745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b="1">
                <a:solidFill>
                  <a:srgbClr val="20304E"/>
                </a:solidFill>
                <a:latin typeface="Arial"/>
                <a:ea typeface="Arial"/>
                <a:cs typeface="Arial"/>
              </a:defRPr>
            </a:defPPr>
            <a:lvl1pPr algn="l">
              <a:defRPr sz="2325" b="1">
                <a:solidFill>
                  <a:srgbClr val="20304E"/>
                </a:solidFill>
                <a:latin typeface="Arial"/>
                <a:ea typeface="Arial"/>
                <a:cs typeface="Arial"/>
              </a:defRPr>
            </a:lvl1pPr>
            <a:lvl2pPr algn="l">
              <a:defRPr sz="2325" b="1">
                <a:solidFill>
                  <a:srgbClr val="20304E"/>
                </a:solidFill>
                <a:latin typeface="Arial"/>
                <a:ea typeface="Arial"/>
                <a:cs typeface="Arial"/>
              </a:defRPr>
            </a:lvl2pPr>
            <a:lvl3pPr algn="l">
              <a:defRPr sz="2325" b="1">
                <a:solidFill>
                  <a:srgbClr val="20304E"/>
                </a:solidFill>
                <a:latin typeface="Arial"/>
                <a:ea typeface="Arial"/>
                <a:cs typeface="Arial"/>
              </a:defRPr>
            </a:lvl3pPr>
            <a:lvl4pPr algn="l">
              <a:defRPr sz="2325" b="1">
                <a:solidFill>
                  <a:srgbClr val="20304E"/>
                </a:solidFill>
                <a:latin typeface="Arial"/>
                <a:ea typeface="Arial"/>
                <a:cs typeface="Arial"/>
              </a:defRPr>
            </a:lvl4pPr>
            <a:lvl5pPr algn="l">
              <a:defRPr sz="2325" b="1">
                <a:solidFill>
                  <a:srgbClr val="20304E"/>
                </a:solidFill>
                <a:latin typeface="Arial"/>
                <a:ea typeface="Arial"/>
                <a:cs typeface="Arial"/>
              </a:defRPr>
            </a:lvl5pPr>
            <a:lvl6pPr algn="l">
              <a:defRPr sz="2325" b="1">
                <a:solidFill>
                  <a:srgbClr val="20304E"/>
                </a:solidFill>
                <a:latin typeface="Arial"/>
                <a:ea typeface="Arial"/>
                <a:cs typeface="Arial"/>
              </a:defRPr>
            </a:lvl6pPr>
            <a:lvl7pPr algn="l">
              <a:defRPr sz="2325" b="1">
                <a:solidFill>
                  <a:srgbClr val="20304E"/>
                </a:solidFill>
                <a:latin typeface="Arial"/>
                <a:ea typeface="Arial"/>
                <a:cs typeface="Arial"/>
              </a:defRPr>
            </a:lvl7pPr>
            <a:lvl8pPr algn="l">
              <a:defRPr sz="2325" b="1">
                <a:solidFill>
                  <a:srgbClr val="20304E"/>
                </a:solidFill>
                <a:latin typeface="Arial"/>
                <a:ea typeface="Arial"/>
                <a:cs typeface="Arial"/>
              </a:defRPr>
            </a:lvl8pPr>
            <a:lvl9pPr algn="l">
              <a:defRPr sz="2325" b="1">
                <a:solidFill>
                  <a:srgbClr val="20304E"/>
                </a:solidFill>
                <a:latin typeface="Arial"/>
                <a:ea typeface="Arial"/>
                <a:cs typeface="Arial"/>
              </a:defRPr>
            </a:lvl9pPr>
          </a:lstStyle>
          <a:p xmlns:a="http://schemas.openxmlformats.org/drawingml/2006/main">
            <a:pPr algn="l">
              <a:defRPr sz="2325" b="1">
                <a:solidFill>
                  <a:srgbClr val="20304E"/>
                </a:solidFill>
                <a:latin typeface="Arial"/>
                <a:ea typeface="Arial"/>
                <a:cs typeface="Arial"/>
              </a:defRPr>
            </a:pPr>
            <a:r>
              <a:rPr sz="2325" b="1">
                <a:solidFill>
                  <a:srgbClr val="20304E"/>
                </a:solidFill>
                <a:latin typeface="Arial"/>
                <a:ea typeface="Arial"/>
                <a:cs typeface="Arial"/>
              </a:rPr>
              <a:t>Bounded research allowance</a:t>
            </a:r>
          </a:p>
          <a:p xmlns:a="http://schemas.openxmlformats.org/drawingml/2006/main">
            <a:pPr algn="l">
              <a:defRPr sz="2325" b="1">
                <a:solidFill>
                  <a:srgbClr val="20304E"/>
                </a:solidFill>
                <a:latin typeface="Arial"/>
                <a:ea typeface="Arial"/>
                <a:cs typeface="Arial"/>
              </a:defRPr>
            </a:pPr>
            <a:r>
              <a:rPr sz="2325" b="1">
                <a:solidFill>
                  <a:srgbClr val="20304E"/>
                </a:solidFill>
                <a:latin typeface="Arial"/>
                <a:ea typeface="Arial"/>
                <a:cs typeface="Arial"/>
              </a:rPr>
              <a:t>Saved evidence dossiers</a:t>
            </a:r>
          </a:p>
          <a:p xmlns:a="http://schemas.openxmlformats.org/drawingml/2006/main">
            <a:pPr algn="l">
              <a:defRPr sz="2325" b="1">
                <a:solidFill>
                  <a:srgbClr val="20304E"/>
                </a:solidFill>
                <a:latin typeface="Arial"/>
                <a:ea typeface="Arial"/>
                <a:cs typeface="Arial"/>
              </a:defRPr>
            </a:pPr>
            <a:r>
              <a:rPr sz="2325" b="1">
                <a:solidFill>
                  <a:srgbClr val="20304E"/>
                </a:solidFill>
                <a:latin typeface="Arial"/>
                <a:ea typeface="Arial"/>
                <a:cs typeface="Arial"/>
              </a:rPr>
              <a:t>Revisit and revise a thesis</a:t>
            </a:r>
          </a:p>
        </p:txBody>
      </p:sp>
      <p:sp>
        <p:nvSpPr>
          <p:cNvPr id="8" name="pricing-rule">
            <a:extLst xmlns:a="http://schemas.openxmlformats.org/drawingml/2006/main">
              <a:ext uri="{FF2B5EF4-FFF2-40B4-BE49-F238E27FC236}">
                <a16:creationId xmlns:a16="http://schemas.microsoft.com/office/drawing/2014/main" id="{EF91E59F-DE7D-4207-8775-6404EFF81CCD}"/>
              </a:ext>
            </a:extLst>
          </p:cNvPr>
          <p:cNvSpPr>
            <a:spLocks xmlns:a="http://schemas.openxmlformats.org/drawingml/2006/main" noGrp="1"/>
          </p:cNvSpPr>
          <p:nvPr/>
        </p:nvSpPr>
        <p:spPr>
          <a:xfrm xmlns:a="http://schemas.openxmlformats.org/drawingml/2006/main">
            <a:off x="685800" y="4829175"/>
            <a:ext cx="10820400" cy="9525"/>
          </a:xfrm>
          <a:prstGeom xmlns:a="http://schemas.openxmlformats.org/drawingml/2006/main" prst="rect">
            <a:avLst/>
          </a:prstGeom>
          <a:solidFill xmlns:a="http://schemas.openxmlformats.org/drawingml/2006/main">
            <a:srgbClr val="DAE1EF"/>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9" name="pricing-economics">
            <a:extLst xmlns:a="http://schemas.openxmlformats.org/drawingml/2006/main">
              <a:ext uri="{FF2B5EF4-FFF2-40B4-BE49-F238E27FC236}">
                <a16:creationId xmlns:a16="http://schemas.microsoft.com/office/drawing/2014/main" id="{08C8DC7C-7C50-412A-ABD2-C0E77D8A506D}"/>
              </a:ext>
            </a:extLst>
          </p:cNvPr>
          <p:cNvSpPr>
            <a:spLocks xmlns:a="http://schemas.openxmlformats.org/drawingml/2006/main" noGrp="1"/>
          </p:cNvSpPr>
          <p:nvPr/>
        </p:nvSpPr>
        <p:spPr>
          <a:xfrm xmlns:a="http://schemas.openxmlformats.org/drawingml/2006/main">
            <a:off x="685800" y="5143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20304E"/>
                </a:solidFill>
                <a:latin typeface="Arial"/>
                <a:ea typeface="Arial"/>
                <a:cs typeface="Arial"/>
              </a:defRPr>
            </a:defPPr>
            <a:lvl1pPr algn="l">
              <a:defRPr sz="1950" b="1">
                <a:solidFill>
                  <a:srgbClr val="20304E"/>
                </a:solidFill>
                <a:latin typeface="Arial"/>
                <a:ea typeface="Arial"/>
                <a:cs typeface="Arial"/>
              </a:defRPr>
            </a:lvl1pPr>
            <a:lvl2pPr algn="l">
              <a:defRPr sz="1950" b="1">
                <a:solidFill>
                  <a:srgbClr val="20304E"/>
                </a:solidFill>
                <a:latin typeface="Arial"/>
                <a:ea typeface="Arial"/>
                <a:cs typeface="Arial"/>
              </a:defRPr>
            </a:lvl2pPr>
            <a:lvl3pPr algn="l">
              <a:defRPr sz="1950" b="1">
                <a:solidFill>
                  <a:srgbClr val="20304E"/>
                </a:solidFill>
                <a:latin typeface="Arial"/>
                <a:ea typeface="Arial"/>
                <a:cs typeface="Arial"/>
              </a:defRPr>
            </a:lvl3pPr>
            <a:lvl4pPr algn="l">
              <a:defRPr sz="1950" b="1">
                <a:solidFill>
                  <a:srgbClr val="20304E"/>
                </a:solidFill>
                <a:latin typeface="Arial"/>
                <a:ea typeface="Arial"/>
                <a:cs typeface="Arial"/>
              </a:defRPr>
            </a:lvl4pPr>
            <a:lvl5pPr algn="l">
              <a:defRPr sz="1950" b="1">
                <a:solidFill>
                  <a:srgbClr val="20304E"/>
                </a:solidFill>
                <a:latin typeface="Arial"/>
                <a:ea typeface="Arial"/>
                <a:cs typeface="Arial"/>
              </a:defRPr>
            </a:lvl5pPr>
            <a:lvl6pPr algn="l">
              <a:defRPr sz="1950" b="1">
                <a:solidFill>
                  <a:srgbClr val="20304E"/>
                </a:solidFill>
                <a:latin typeface="Arial"/>
                <a:ea typeface="Arial"/>
                <a:cs typeface="Arial"/>
              </a:defRPr>
            </a:lvl6pPr>
            <a:lvl7pPr algn="l">
              <a:defRPr sz="1950" b="1">
                <a:solidFill>
                  <a:srgbClr val="20304E"/>
                </a:solidFill>
                <a:latin typeface="Arial"/>
                <a:ea typeface="Arial"/>
                <a:cs typeface="Arial"/>
              </a:defRPr>
            </a:lvl7pPr>
            <a:lvl8pPr algn="l">
              <a:defRPr sz="1950" b="1">
                <a:solidFill>
                  <a:srgbClr val="20304E"/>
                </a:solidFill>
                <a:latin typeface="Arial"/>
                <a:ea typeface="Arial"/>
                <a:cs typeface="Arial"/>
              </a:defRPr>
            </a:lvl8pPr>
            <a:lvl9pPr algn="l">
              <a:defRPr sz="1950" b="1">
                <a:solidFill>
                  <a:srgbClr val="20304E"/>
                </a:solidFill>
                <a:latin typeface="Arial"/>
                <a:ea typeface="Arial"/>
                <a:cs typeface="Arial"/>
              </a:defRPr>
            </a:lvl9pPr>
          </a:lstStyle>
          <a:p xmlns:a="http://schemas.openxmlformats.org/drawingml/2006/main">
            <a:pPr algn="l">
              <a:defRPr sz="1950" b="1">
                <a:solidFill>
                  <a:srgbClr val="20304E"/>
                </a:solidFill>
                <a:latin typeface="Arial"/>
                <a:ea typeface="Arial"/>
                <a:cs typeface="Arial"/>
              </a:defRPr>
            </a:pPr>
            <a:r>
              <a:rPr sz="1950" b="1">
                <a:solidFill>
                  <a:srgbClr val="20304E"/>
                </a:solidFill>
                <a:latin typeface="Arial"/>
                <a:ea typeface="Arial"/>
                <a:cs typeface="Arial"/>
              </a:rPr>
              <a:t>Provisional variable-cost ceiling: $3.80 per active subscriber.</a:t>
            </a:r>
          </a:p>
        </p:txBody>
      </p:sp>
      <p:sp>
        <p:nvSpPr>
          <p:cNvPr id="10" name="pricing-caveat">
            <a:extLst xmlns:a="http://schemas.openxmlformats.org/drawingml/2006/main">
              <a:ext uri="{FF2B5EF4-FFF2-40B4-BE49-F238E27FC236}">
                <a16:creationId xmlns:a16="http://schemas.microsoft.com/office/drawing/2014/main" id="{86422105-7DCB-47F0-8E61-9197220013B8}"/>
              </a:ext>
            </a:extLst>
          </p:cNvPr>
          <p:cNvSpPr>
            <a:spLocks xmlns:a="http://schemas.openxmlformats.org/drawingml/2006/main" noGrp="1"/>
          </p:cNvSpPr>
          <p:nvPr/>
        </p:nvSpPr>
        <p:spPr>
          <a:xfrm xmlns:a="http://schemas.openxmlformats.org/drawingml/2006/main">
            <a:off x="685800" y="584835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5E6D86"/>
                </a:solidFill>
                <a:latin typeface="Arial"/>
                <a:ea typeface="Arial"/>
                <a:cs typeface="Arial"/>
              </a:defRPr>
            </a:defPPr>
            <a:lvl1pPr algn="l">
              <a:defRPr sz="1650" b="0">
                <a:solidFill>
                  <a:srgbClr val="5E6D86"/>
                </a:solidFill>
                <a:latin typeface="Arial"/>
                <a:ea typeface="Arial"/>
                <a:cs typeface="Arial"/>
              </a:defRPr>
            </a:lvl1pPr>
            <a:lvl2pPr algn="l">
              <a:defRPr sz="1650" b="0">
                <a:solidFill>
                  <a:srgbClr val="5E6D86"/>
                </a:solidFill>
                <a:latin typeface="Arial"/>
                <a:ea typeface="Arial"/>
                <a:cs typeface="Arial"/>
              </a:defRPr>
            </a:lvl2pPr>
            <a:lvl3pPr algn="l">
              <a:defRPr sz="1650" b="0">
                <a:solidFill>
                  <a:srgbClr val="5E6D86"/>
                </a:solidFill>
                <a:latin typeface="Arial"/>
                <a:ea typeface="Arial"/>
                <a:cs typeface="Arial"/>
              </a:defRPr>
            </a:lvl3pPr>
            <a:lvl4pPr algn="l">
              <a:defRPr sz="1650" b="0">
                <a:solidFill>
                  <a:srgbClr val="5E6D86"/>
                </a:solidFill>
                <a:latin typeface="Arial"/>
                <a:ea typeface="Arial"/>
                <a:cs typeface="Arial"/>
              </a:defRPr>
            </a:lvl4pPr>
            <a:lvl5pPr algn="l">
              <a:defRPr sz="1650" b="0">
                <a:solidFill>
                  <a:srgbClr val="5E6D86"/>
                </a:solidFill>
                <a:latin typeface="Arial"/>
                <a:ea typeface="Arial"/>
                <a:cs typeface="Arial"/>
              </a:defRPr>
            </a:lvl5pPr>
            <a:lvl6pPr algn="l">
              <a:defRPr sz="1650" b="0">
                <a:solidFill>
                  <a:srgbClr val="5E6D86"/>
                </a:solidFill>
                <a:latin typeface="Arial"/>
                <a:ea typeface="Arial"/>
                <a:cs typeface="Arial"/>
              </a:defRPr>
            </a:lvl6pPr>
            <a:lvl7pPr algn="l">
              <a:defRPr sz="1650" b="0">
                <a:solidFill>
                  <a:srgbClr val="5E6D86"/>
                </a:solidFill>
                <a:latin typeface="Arial"/>
                <a:ea typeface="Arial"/>
                <a:cs typeface="Arial"/>
              </a:defRPr>
            </a:lvl7pPr>
            <a:lvl8pPr algn="l">
              <a:defRPr sz="1650" b="0">
                <a:solidFill>
                  <a:srgbClr val="5E6D86"/>
                </a:solidFill>
                <a:latin typeface="Arial"/>
                <a:ea typeface="Arial"/>
                <a:cs typeface="Arial"/>
              </a:defRPr>
            </a:lvl8pPr>
            <a:lvl9pPr algn="l">
              <a:defRPr sz="1650" b="0">
                <a:solidFill>
                  <a:srgbClr val="5E6D86"/>
                </a:solidFill>
                <a:latin typeface="Arial"/>
                <a:ea typeface="Arial"/>
                <a:cs typeface="Arial"/>
              </a:defRPr>
            </a:lvl9pPr>
          </a:lstStyle>
          <a:p xmlns:a="http://schemas.openxmlformats.org/drawingml/2006/main">
            <a:pPr algn="l">
              <a:defRPr sz="1650" b="0">
                <a:solidFill>
                  <a:srgbClr val="5E6D86"/>
                </a:solidFill>
                <a:latin typeface="Arial"/>
                <a:ea typeface="Arial"/>
                <a:cs typeface="Arial"/>
              </a:defRPr>
            </a:pPr>
            <a:r>
              <a:rPr sz="1650" b="0">
                <a:solidFill>
                  <a:srgbClr val="5E6D86"/>
                </a:solidFill>
                <a:latin typeface="Arial"/>
                <a:ea typeface="Arial"/>
                <a:cs typeface="Arial"/>
              </a:rPr>
              <a:t>Pricing and demand are unvalidated. Licensed data may dominate inference cost.</a:t>
            </a:r>
          </a:p>
        </p:txBody>
      </p:sp>
    </p:spTree>
    <p:extLst>
      <p:ext uri="{BB962C8B-B14F-4D97-AF65-F5344CB8AC3E}">
        <p14:creationId xmlns:p14="http://schemas.microsoft.com/office/powerpoint/2010/main" val="1017282411"/>
      </p:ext>
    </p:extLst>
  </p:cSld>
</p:sld>
</file>

<file path=ppt/slides/slide9.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FE6C808C-469F-4494-979D-CBC369257E40}"/>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0304E"/>
                </a:solidFill>
                <a:latin typeface="Arial"/>
                <a:ea typeface="Arial"/>
                <a:cs typeface="Arial"/>
              </a:defRPr>
            </a:defPPr>
            <a:lvl1pPr algn="l">
              <a:defRPr sz="3300" b="1">
                <a:solidFill>
                  <a:srgbClr val="20304E"/>
                </a:solidFill>
                <a:latin typeface="Arial"/>
                <a:ea typeface="Arial"/>
                <a:cs typeface="Arial"/>
              </a:defRPr>
            </a:lvl1pPr>
            <a:lvl2pPr algn="l">
              <a:defRPr sz="3300" b="1">
                <a:solidFill>
                  <a:srgbClr val="20304E"/>
                </a:solidFill>
                <a:latin typeface="Arial"/>
                <a:ea typeface="Arial"/>
                <a:cs typeface="Arial"/>
              </a:defRPr>
            </a:lvl2pPr>
            <a:lvl3pPr algn="l">
              <a:defRPr sz="3300" b="1">
                <a:solidFill>
                  <a:srgbClr val="20304E"/>
                </a:solidFill>
                <a:latin typeface="Arial"/>
                <a:ea typeface="Arial"/>
                <a:cs typeface="Arial"/>
              </a:defRPr>
            </a:lvl3pPr>
            <a:lvl4pPr algn="l">
              <a:defRPr sz="3300" b="1">
                <a:solidFill>
                  <a:srgbClr val="20304E"/>
                </a:solidFill>
                <a:latin typeface="Arial"/>
                <a:ea typeface="Arial"/>
                <a:cs typeface="Arial"/>
              </a:defRPr>
            </a:lvl4pPr>
            <a:lvl5pPr algn="l">
              <a:defRPr sz="3300" b="1">
                <a:solidFill>
                  <a:srgbClr val="20304E"/>
                </a:solidFill>
                <a:latin typeface="Arial"/>
                <a:ea typeface="Arial"/>
                <a:cs typeface="Arial"/>
              </a:defRPr>
            </a:lvl5pPr>
            <a:lvl6pPr algn="l">
              <a:defRPr sz="3300" b="1">
                <a:solidFill>
                  <a:srgbClr val="20304E"/>
                </a:solidFill>
                <a:latin typeface="Arial"/>
                <a:ea typeface="Arial"/>
                <a:cs typeface="Arial"/>
              </a:defRPr>
            </a:lvl6pPr>
            <a:lvl7pPr algn="l">
              <a:defRPr sz="3300" b="1">
                <a:solidFill>
                  <a:srgbClr val="20304E"/>
                </a:solidFill>
                <a:latin typeface="Arial"/>
                <a:ea typeface="Arial"/>
                <a:cs typeface="Arial"/>
              </a:defRPr>
            </a:lvl7pPr>
            <a:lvl8pPr algn="l">
              <a:defRPr sz="3300" b="1">
                <a:solidFill>
                  <a:srgbClr val="20304E"/>
                </a:solidFill>
                <a:latin typeface="Arial"/>
                <a:ea typeface="Arial"/>
                <a:cs typeface="Arial"/>
              </a:defRPr>
            </a:lvl8pPr>
            <a:lvl9pPr algn="l">
              <a:defRPr sz="3300" b="1">
                <a:solidFill>
                  <a:srgbClr val="20304E"/>
                </a:solidFill>
                <a:latin typeface="Arial"/>
                <a:ea typeface="Arial"/>
                <a:cs typeface="Arial"/>
              </a:defRPr>
            </a:lvl9pPr>
          </a:lstStyle>
          <a:p xmlns:a="http://schemas.openxmlformats.org/drawingml/2006/main">
            <a:pPr algn="l">
              <a:defRPr sz="3300" b="1">
                <a:solidFill>
                  <a:srgbClr val="20304E"/>
                </a:solidFill>
                <a:latin typeface="Arial"/>
                <a:ea typeface="Arial"/>
                <a:cs typeface="Arial"/>
              </a:defRPr>
            </a:pPr>
            <a:r>
              <a:rPr sz="3300" b="1">
                <a:solidFill>
                  <a:srgbClr val="20304E"/>
                </a:solidFill>
                <a:latin typeface="Arial"/>
                <a:ea typeface="Arial"/>
                <a:cs typeface="Arial"/>
              </a:rPr>
              <a:t>Research decisions retain their context.</a:t>
            </a:r>
          </a:p>
        </p:txBody>
      </p:sp>
      <p:sp>
        <p:nvSpPr>
          <p:cNvPr id="3" name="accent">
            <a:extLst xmlns:a="http://schemas.openxmlformats.org/drawingml/2006/main">
              <a:ext uri="{FF2B5EF4-FFF2-40B4-BE49-F238E27FC236}">
                <a16:creationId xmlns:a16="http://schemas.microsoft.com/office/drawing/2014/main" id="{057A2512-C1DA-45B1-B7B8-5A29D6F546DC}"/>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4" name="folio">
            <a:extLst xmlns:a="http://schemas.openxmlformats.org/drawingml/2006/main">
              <a:ext uri="{FF2B5EF4-FFF2-40B4-BE49-F238E27FC236}">
                <a16:creationId xmlns:a16="http://schemas.microsoft.com/office/drawing/2014/main" id="{61F1E6C5-5334-4B40-B1D6-477E56F7A7E9}"/>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8794AD"/>
                </a:solidFill>
                <a:latin typeface="Arial"/>
                <a:ea typeface="Arial"/>
                <a:cs typeface="Arial"/>
              </a:defRPr>
            </a:defPPr>
            <a:lvl1pPr algn="l">
              <a:defRPr sz="1050" b="0">
                <a:solidFill>
                  <a:srgbClr val="8794AD"/>
                </a:solidFill>
                <a:latin typeface="Arial"/>
                <a:ea typeface="Arial"/>
                <a:cs typeface="Arial"/>
              </a:defRPr>
            </a:lvl1pPr>
            <a:lvl2pPr algn="l">
              <a:defRPr sz="1050" b="0">
                <a:solidFill>
                  <a:srgbClr val="8794AD"/>
                </a:solidFill>
                <a:latin typeface="Arial"/>
                <a:ea typeface="Arial"/>
                <a:cs typeface="Arial"/>
              </a:defRPr>
            </a:lvl2pPr>
            <a:lvl3pPr algn="l">
              <a:defRPr sz="1050" b="0">
                <a:solidFill>
                  <a:srgbClr val="8794AD"/>
                </a:solidFill>
                <a:latin typeface="Arial"/>
                <a:ea typeface="Arial"/>
                <a:cs typeface="Arial"/>
              </a:defRPr>
            </a:lvl3pPr>
            <a:lvl4pPr algn="l">
              <a:defRPr sz="1050" b="0">
                <a:solidFill>
                  <a:srgbClr val="8794AD"/>
                </a:solidFill>
                <a:latin typeface="Arial"/>
                <a:ea typeface="Arial"/>
                <a:cs typeface="Arial"/>
              </a:defRPr>
            </a:lvl4pPr>
            <a:lvl5pPr algn="l">
              <a:defRPr sz="1050" b="0">
                <a:solidFill>
                  <a:srgbClr val="8794AD"/>
                </a:solidFill>
                <a:latin typeface="Arial"/>
                <a:ea typeface="Arial"/>
                <a:cs typeface="Arial"/>
              </a:defRPr>
            </a:lvl5pPr>
            <a:lvl6pPr algn="l">
              <a:defRPr sz="1050" b="0">
                <a:solidFill>
                  <a:srgbClr val="8794AD"/>
                </a:solidFill>
                <a:latin typeface="Arial"/>
                <a:ea typeface="Arial"/>
                <a:cs typeface="Arial"/>
              </a:defRPr>
            </a:lvl6pPr>
            <a:lvl7pPr algn="l">
              <a:defRPr sz="1050" b="0">
                <a:solidFill>
                  <a:srgbClr val="8794AD"/>
                </a:solidFill>
                <a:latin typeface="Arial"/>
                <a:ea typeface="Arial"/>
                <a:cs typeface="Arial"/>
              </a:defRPr>
            </a:lvl7pPr>
            <a:lvl8pPr algn="l">
              <a:defRPr sz="1050" b="0">
                <a:solidFill>
                  <a:srgbClr val="8794AD"/>
                </a:solidFill>
                <a:latin typeface="Arial"/>
                <a:ea typeface="Arial"/>
                <a:cs typeface="Arial"/>
              </a:defRPr>
            </a:lvl8pPr>
            <a:lvl9pPr algn="l">
              <a:defRPr sz="1050" b="0">
                <a:solidFill>
                  <a:srgbClr val="8794AD"/>
                </a:solidFill>
                <a:latin typeface="Arial"/>
                <a:ea typeface="Arial"/>
                <a:cs typeface="Arial"/>
              </a:defRPr>
            </a:lvl9pPr>
          </a:lstStyle>
          <a:p xmlns:a="http://schemas.openxmlformats.org/drawingml/2006/main">
            <a:pPr algn="l">
              <a:defRPr sz="1050" b="0">
                <a:solidFill>
                  <a:srgbClr val="8794AD"/>
                </a:solidFill>
                <a:latin typeface="Arial"/>
                <a:ea typeface="Arial"/>
                <a:cs typeface="Arial"/>
              </a:defRPr>
            </a:pPr>
            <a:r>
              <a:rPr sz="1050" b="0">
                <a:solidFill>
                  <a:srgbClr val="8794AD"/>
                </a:solidFill>
                <a:latin typeface="Arial"/>
                <a:ea typeface="Arial"/>
                <a:cs typeface="Arial"/>
              </a:rPr>
              <a:t>09</a:t>
            </a:r>
          </a:p>
        </p:txBody>
      </p:sp>
      <p:sp>
        <p:nvSpPr>
          <p:cNvPr id="5" name="diff-title-0">
            <a:extLst xmlns:a="http://schemas.openxmlformats.org/drawingml/2006/main">
              <a:ext uri="{FF2B5EF4-FFF2-40B4-BE49-F238E27FC236}">
                <a16:creationId xmlns:a16="http://schemas.microsoft.com/office/drawing/2014/main" id="{F438D5AC-8EE6-4CD5-9853-7224DE87F4DB}"/>
              </a:ext>
            </a:extLst>
          </p:cNvPr>
          <p:cNvSpPr>
            <a:spLocks xmlns:a="http://schemas.openxmlformats.org/drawingml/2006/main" noGrp="1"/>
          </p:cNvSpPr>
          <p:nvPr/>
        </p:nvSpPr>
        <p:spPr>
          <a:xfrm xmlns:a="http://schemas.openxmlformats.org/drawingml/2006/main">
            <a:off x="685800" y="246697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b="1">
                <a:solidFill>
                  <a:srgbClr val="20304E"/>
                </a:solidFill>
                <a:latin typeface="Arial"/>
                <a:ea typeface="Arial"/>
                <a:cs typeface="Arial"/>
              </a:defRPr>
            </a:defPPr>
            <a:lvl1pPr algn="l">
              <a:defRPr sz="2325" b="1">
                <a:solidFill>
                  <a:srgbClr val="20304E"/>
                </a:solidFill>
                <a:latin typeface="Arial"/>
                <a:ea typeface="Arial"/>
                <a:cs typeface="Arial"/>
              </a:defRPr>
            </a:lvl1pPr>
            <a:lvl2pPr algn="l">
              <a:defRPr sz="2325" b="1">
                <a:solidFill>
                  <a:srgbClr val="20304E"/>
                </a:solidFill>
                <a:latin typeface="Arial"/>
                <a:ea typeface="Arial"/>
                <a:cs typeface="Arial"/>
              </a:defRPr>
            </a:lvl2pPr>
            <a:lvl3pPr algn="l">
              <a:defRPr sz="2325" b="1">
                <a:solidFill>
                  <a:srgbClr val="20304E"/>
                </a:solidFill>
                <a:latin typeface="Arial"/>
                <a:ea typeface="Arial"/>
                <a:cs typeface="Arial"/>
              </a:defRPr>
            </a:lvl3pPr>
            <a:lvl4pPr algn="l">
              <a:defRPr sz="2325" b="1">
                <a:solidFill>
                  <a:srgbClr val="20304E"/>
                </a:solidFill>
                <a:latin typeface="Arial"/>
                <a:ea typeface="Arial"/>
                <a:cs typeface="Arial"/>
              </a:defRPr>
            </a:lvl4pPr>
            <a:lvl5pPr algn="l">
              <a:defRPr sz="2325" b="1">
                <a:solidFill>
                  <a:srgbClr val="20304E"/>
                </a:solidFill>
                <a:latin typeface="Arial"/>
                <a:ea typeface="Arial"/>
                <a:cs typeface="Arial"/>
              </a:defRPr>
            </a:lvl5pPr>
            <a:lvl6pPr algn="l">
              <a:defRPr sz="2325" b="1">
                <a:solidFill>
                  <a:srgbClr val="20304E"/>
                </a:solidFill>
                <a:latin typeface="Arial"/>
                <a:ea typeface="Arial"/>
                <a:cs typeface="Arial"/>
              </a:defRPr>
            </a:lvl6pPr>
            <a:lvl7pPr algn="l">
              <a:defRPr sz="2325" b="1">
                <a:solidFill>
                  <a:srgbClr val="20304E"/>
                </a:solidFill>
                <a:latin typeface="Arial"/>
                <a:ea typeface="Arial"/>
                <a:cs typeface="Arial"/>
              </a:defRPr>
            </a:lvl7pPr>
            <a:lvl8pPr algn="l">
              <a:defRPr sz="2325" b="1">
                <a:solidFill>
                  <a:srgbClr val="20304E"/>
                </a:solidFill>
                <a:latin typeface="Arial"/>
                <a:ea typeface="Arial"/>
                <a:cs typeface="Arial"/>
              </a:defRPr>
            </a:lvl8pPr>
            <a:lvl9pPr algn="l">
              <a:defRPr sz="2325" b="1">
                <a:solidFill>
                  <a:srgbClr val="20304E"/>
                </a:solidFill>
                <a:latin typeface="Arial"/>
                <a:ea typeface="Arial"/>
                <a:cs typeface="Arial"/>
              </a:defRPr>
            </a:lvl9pPr>
          </a:lstStyle>
          <a:p xmlns:a="http://schemas.openxmlformats.org/drawingml/2006/main">
            <a:pPr algn="l">
              <a:defRPr sz="2325" b="1">
                <a:solidFill>
                  <a:srgbClr val="20304E"/>
                </a:solidFill>
                <a:latin typeface="Arial"/>
                <a:ea typeface="Arial"/>
                <a:cs typeface="Arial"/>
              </a:defRPr>
            </a:pPr>
            <a:r>
              <a:rPr sz="2325" b="1">
                <a:solidFill>
                  <a:srgbClr val="20304E"/>
                </a:solidFill>
                <a:latin typeface="Arial"/>
                <a:ea typeface="Arial"/>
                <a:cs typeface="Arial"/>
              </a:rPr>
              <a:t>Market tools</a:t>
            </a:r>
          </a:p>
        </p:txBody>
      </p:sp>
      <p:sp>
        <p:nvSpPr>
          <p:cNvPr id="6" name="diff-rule-0">
            <a:extLst xmlns:a="http://schemas.openxmlformats.org/drawingml/2006/main">
              <a:ext uri="{FF2B5EF4-FFF2-40B4-BE49-F238E27FC236}">
                <a16:creationId xmlns:a16="http://schemas.microsoft.com/office/drawing/2014/main" id="{C2086CB4-CA90-4850-B5DD-0FB4A29DFE7C}"/>
              </a:ext>
            </a:extLst>
          </p:cNvPr>
          <p:cNvSpPr>
            <a:spLocks xmlns:a="http://schemas.openxmlformats.org/drawingml/2006/main" noGrp="1"/>
          </p:cNvSpPr>
          <p:nvPr/>
        </p:nvSpPr>
        <p:spPr>
          <a:xfrm xmlns:a="http://schemas.openxmlformats.org/drawingml/2006/main">
            <a:off x="685800" y="3228975"/>
            <a:ext cx="3009900" cy="19050"/>
          </a:xfrm>
          <a:prstGeom xmlns:a="http://schemas.openxmlformats.org/drawingml/2006/main" prst="rect">
            <a:avLst/>
          </a:prstGeom>
          <a:solidFill xmlns:a="http://schemas.openxmlformats.org/drawingml/2006/main">
            <a:srgbClr val="DAE1EF"/>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7" name="diff-body-0">
            <a:extLst xmlns:a="http://schemas.openxmlformats.org/drawingml/2006/main">
              <a:ext uri="{FF2B5EF4-FFF2-40B4-BE49-F238E27FC236}">
                <a16:creationId xmlns:a16="http://schemas.microsoft.com/office/drawing/2014/main" id="{94B8F641-D73A-4A97-B75C-AB48E94CE935}"/>
              </a:ext>
            </a:extLst>
          </p:cNvPr>
          <p:cNvSpPr>
            <a:spLocks xmlns:a="http://schemas.openxmlformats.org/drawingml/2006/main" noGrp="1"/>
          </p:cNvSpPr>
          <p:nvPr/>
        </p:nvSpPr>
        <p:spPr>
          <a:xfrm xmlns:a="http://schemas.openxmlformats.org/drawingml/2006/main">
            <a:off x="685800" y="3562350"/>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5E6D86"/>
                </a:solidFill>
                <a:latin typeface="Arial"/>
                <a:ea typeface="Arial"/>
                <a:cs typeface="Arial"/>
              </a:defRPr>
            </a:defPPr>
            <a:lvl1pPr algn="l">
              <a:defRPr sz="2025" b="0">
                <a:solidFill>
                  <a:srgbClr val="5E6D86"/>
                </a:solidFill>
                <a:latin typeface="Arial"/>
                <a:ea typeface="Arial"/>
                <a:cs typeface="Arial"/>
              </a:defRPr>
            </a:lvl1pPr>
            <a:lvl2pPr algn="l">
              <a:defRPr sz="2025" b="0">
                <a:solidFill>
                  <a:srgbClr val="5E6D86"/>
                </a:solidFill>
                <a:latin typeface="Arial"/>
                <a:ea typeface="Arial"/>
                <a:cs typeface="Arial"/>
              </a:defRPr>
            </a:lvl2pPr>
            <a:lvl3pPr algn="l">
              <a:defRPr sz="2025" b="0">
                <a:solidFill>
                  <a:srgbClr val="5E6D86"/>
                </a:solidFill>
                <a:latin typeface="Arial"/>
                <a:ea typeface="Arial"/>
                <a:cs typeface="Arial"/>
              </a:defRPr>
            </a:lvl3pPr>
            <a:lvl4pPr algn="l">
              <a:defRPr sz="2025" b="0">
                <a:solidFill>
                  <a:srgbClr val="5E6D86"/>
                </a:solidFill>
                <a:latin typeface="Arial"/>
                <a:ea typeface="Arial"/>
                <a:cs typeface="Arial"/>
              </a:defRPr>
            </a:lvl4pPr>
            <a:lvl5pPr algn="l">
              <a:defRPr sz="2025" b="0">
                <a:solidFill>
                  <a:srgbClr val="5E6D86"/>
                </a:solidFill>
                <a:latin typeface="Arial"/>
                <a:ea typeface="Arial"/>
                <a:cs typeface="Arial"/>
              </a:defRPr>
            </a:lvl5pPr>
            <a:lvl6pPr algn="l">
              <a:defRPr sz="2025" b="0">
                <a:solidFill>
                  <a:srgbClr val="5E6D86"/>
                </a:solidFill>
                <a:latin typeface="Arial"/>
                <a:ea typeface="Arial"/>
                <a:cs typeface="Arial"/>
              </a:defRPr>
            </a:lvl6pPr>
            <a:lvl7pPr algn="l">
              <a:defRPr sz="2025" b="0">
                <a:solidFill>
                  <a:srgbClr val="5E6D86"/>
                </a:solidFill>
                <a:latin typeface="Arial"/>
                <a:ea typeface="Arial"/>
                <a:cs typeface="Arial"/>
              </a:defRPr>
            </a:lvl7pPr>
            <a:lvl8pPr algn="l">
              <a:defRPr sz="2025" b="0">
                <a:solidFill>
                  <a:srgbClr val="5E6D86"/>
                </a:solidFill>
                <a:latin typeface="Arial"/>
                <a:ea typeface="Arial"/>
                <a:cs typeface="Arial"/>
              </a:defRPr>
            </a:lvl8pPr>
            <a:lvl9pPr algn="l">
              <a:defRPr sz="2025" b="0">
                <a:solidFill>
                  <a:srgbClr val="5E6D86"/>
                </a:solidFill>
                <a:latin typeface="Arial"/>
                <a:ea typeface="Arial"/>
                <a:cs typeface="Arial"/>
              </a:defRPr>
            </a:lvl9pPr>
          </a:lstStyle>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Deep data, screeners,</a:t>
            </a:r>
          </a:p>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filings and watchlists.</a:t>
            </a:r>
          </a:p>
        </p:txBody>
      </p:sp>
      <p:sp>
        <p:nvSpPr>
          <p:cNvPr id="8" name="diff-status-0">
            <a:extLst xmlns:a="http://schemas.openxmlformats.org/drawingml/2006/main">
              <a:ext uri="{FF2B5EF4-FFF2-40B4-BE49-F238E27FC236}">
                <a16:creationId xmlns:a16="http://schemas.microsoft.com/office/drawing/2014/main" id="{E9480F7E-4AA7-4DAF-BF93-14473C5FFC33}"/>
              </a:ext>
            </a:extLst>
          </p:cNvPr>
          <p:cNvSpPr>
            <a:spLocks xmlns:a="http://schemas.openxmlformats.org/drawingml/2006/main" noGrp="1"/>
          </p:cNvSpPr>
          <p:nvPr/>
        </p:nvSpPr>
        <p:spPr>
          <a:xfrm xmlns:a="http://schemas.openxmlformats.org/drawingml/2006/main">
            <a:off x="685800" y="5429250"/>
            <a:ext cx="3105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E6D86"/>
                </a:solidFill>
                <a:latin typeface="Arial"/>
                <a:ea typeface="Arial"/>
                <a:cs typeface="Arial"/>
              </a:defRPr>
            </a:defPPr>
            <a:lvl1pPr algn="l">
              <a:defRPr sz="1500" b="0">
                <a:solidFill>
                  <a:srgbClr val="5E6D86"/>
                </a:solidFill>
                <a:latin typeface="Arial"/>
                <a:ea typeface="Arial"/>
                <a:cs typeface="Arial"/>
              </a:defRPr>
            </a:lvl1pPr>
            <a:lvl2pPr algn="l">
              <a:defRPr sz="1500" b="0">
                <a:solidFill>
                  <a:srgbClr val="5E6D86"/>
                </a:solidFill>
                <a:latin typeface="Arial"/>
                <a:ea typeface="Arial"/>
                <a:cs typeface="Arial"/>
              </a:defRPr>
            </a:lvl2pPr>
            <a:lvl3pPr algn="l">
              <a:defRPr sz="1500" b="0">
                <a:solidFill>
                  <a:srgbClr val="5E6D86"/>
                </a:solidFill>
                <a:latin typeface="Arial"/>
                <a:ea typeface="Arial"/>
                <a:cs typeface="Arial"/>
              </a:defRPr>
            </a:lvl3pPr>
            <a:lvl4pPr algn="l">
              <a:defRPr sz="1500" b="0">
                <a:solidFill>
                  <a:srgbClr val="5E6D86"/>
                </a:solidFill>
                <a:latin typeface="Arial"/>
                <a:ea typeface="Arial"/>
                <a:cs typeface="Arial"/>
              </a:defRPr>
            </a:lvl4pPr>
            <a:lvl5pPr algn="l">
              <a:defRPr sz="1500" b="0">
                <a:solidFill>
                  <a:srgbClr val="5E6D86"/>
                </a:solidFill>
                <a:latin typeface="Arial"/>
                <a:ea typeface="Arial"/>
                <a:cs typeface="Arial"/>
              </a:defRPr>
            </a:lvl5pPr>
            <a:lvl6pPr algn="l">
              <a:defRPr sz="1500" b="0">
                <a:solidFill>
                  <a:srgbClr val="5E6D86"/>
                </a:solidFill>
                <a:latin typeface="Arial"/>
                <a:ea typeface="Arial"/>
                <a:cs typeface="Arial"/>
              </a:defRPr>
            </a:lvl6pPr>
            <a:lvl7pPr algn="l">
              <a:defRPr sz="1500" b="0">
                <a:solidFill>
                  <a:srgbClr val="5E6D86"/>
                </a:solidFill>
                <a:latin typeface="Arial"/>
                <a:ea typeface="Arial"/>
                <a:cs typeface="Arial"/>
              </a:defRPr>
            </a:lvl7pPr>
            <a:lvl8pPr algn="l">
              <a:defRPr sz="1500" b="0">
                <a:solidFill>
                  <a:srgbClr val="5E6D86"/>
                </a:solidFill>
                <a:latin typeface="Arial"/>
                <a:ea typeface="Arial"/>
                <a:cs typeface="Arial"/>
              </a:defRPr>
            </a:lvl8pPr>
            <a:lvl9pPr algn="l">
              <a:defRPr sz="1500" b="0">
                <a:solidFill>
                  <a:srgbClr val="5E6D86"/>
                </a:solidFill>
                <a:latin typeface="Arial"/>
                <a:ea typeface="Arial"/>
                <a:cs typeface="Arial"/>
              </a:defRPr>
            </a:lvl9pPr>
          </a:lstStyle>
          <a:p xmlns:a="http://schemas.openxmlformats.org/drawingml/2006/main">
            <a:pPr algn="l">
              <a:defRPr sz="1500" b="0">
                <a:solidFill>
                  <a:srgbClr val="5E6D86"/>
                </a:solidFill>
                <a:latin typeface="Arial"/>
                <a:ea typeface="Arial"/>
                <a:cs typeface="Arial"/>
              </a:defRPr>
            </a:pPr>
            <a:r>
              <a:rPr sz="1500" b="0">
                <a:solidFill>
                  <a:srgbClr val="5E6D86"/>
                </a:solidFill>
                <a:latin typeface="Arial"/>
                <a:ea typeface="Arial"/>
                <a:cs typeface="Arial"/>
              </a:rPr>
              <a:t>Established category</a:t>
            </a:r>
          </a:p>
        </p:txBody>
      </p:sp>
      <p:sp>
        <p:nvSpPr>
          <p:cNvPr id="9" name="diff-title-1">
            <a:extLst xmlns:a="http://schemas.openxmlformats.org/drawingml/2006/main">
              <a:ext uri="{FF2B5EF4-FFF2-40B4-BE49-F238E27FC236}">
                <a16:creationId xmlns:a16="http://schemas.microsoft.com/office/drawing/2014/main" id="{3D2FB736-87A6-4DC3-8E1B-ED29BF05FC73}"/>
              </a:ext>
            </a:extLst>
          </p:cNvPr>
          <p:cNvSpPr>
            <a:spLocks xmlns:a="http://schemas.openxmlformats.org/drawingml/2006/main" noGrp="1"/>
          </p:cNvSpPr>
          <p:nvPr/>
        </p:nvSpPr>
        <p:spPr>
          <a:xfrm xmlns:a="http://schemas.openxmlformats.org/drawingml/2006/main">
            <a:off x="4295775" y="246697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b="1">
                <a:solidFill>
                  <a:srgbClr val="4359E8"/>
                </a:solidFill>
                <a:latin typeface="Arial"/>
                <a:ea typeface="Arial"/>
                <a:cs typeface="Arial"/>
              </a:defRPr>
            </a:defPPr>
            <a:lvl1pPr algn="l">
              <a:defRPr sz="2325" b="1">
                <a:solidFill>
                  <a:srgbClr val="4359E8"/>
                </a:solidFill>
                <a:latin typeface="Arial"/>
                <a:ea typeface="Arial"/>
                <a:cs typeface="Arial"/>
              </a:defRPr>
            </a:lvl1pPr>
            <a:lvl2pPr algn="l">
              <a:defRPr sz="2325" b="1">
                <a:solidFill>
                  <a:srgbClr val="4359E8"/>
                </a:solidFill>
                <a:latin typeface="Arial"/>
                <a:ea typeface="Arial"/>
                <a:cs typeface="Arial"/>
              </a:defRPr>
            </a:lvl2pPr>
            <a:lvl3pPr algn="l">
              <a:defRPr sz="2325" b="1">
                <a:solidFill>
                  <a:srgbClr val="4359E8"/>
                </a:solidFill>
                <a:latin typeface="Arial"/>
                <a:ea typeface="Arial"/>
                <a:cs typeface="Arial"/>
              </a:defRPr>
            </a:lvl3pPr>
            <a:lvl4pPr algn="l">
              <a:defRPr sz="2325" b="1">
                <a:solidFill>
                  <a:srgbClr val="4359E8"/>
                </a:solidFill>
                <a:latin typeface="Arial"/>
                <a:ea typeface="Arial"/>
                <a:cs typeface="Arial"/>
              </a:defRPr>
            </a:lvl4pPr>
            <a:lvl5pPr algn="l">
              <a:defRPr sz="2325" b="1">
                <a:solidFill>
                  <a:srgbClr val="4359E8"/>
                </a:solidFill>
                <a:latin typeface="Arial"/>
                <a:ea typeface="Arial"/>
                <a:cs typeface="Arial"/>
              </a:defRPr>
            </a:lvl5pPr>
            <a:lvl6pPr algn="l">
              <a:defRPr sz="2325" b="1">
                <a:solidFill>
                  <a:srgbClr val="4359E8"/>
                </a:solidFill>
                <a:latin typeface="Arial"/>
                <a:ea typeface="Arial"/>
                <a:cs typeface="Arial"/>
              </a:defRPr>
            </a:lvl6pPr>
            <a:lvl7pPr algn="l">
              <a:defRPr sz="2325" b="1">
                <a:solidFill>
                  <a:srgbClr val="4359E8"/>
                </a:solidFill>
                <a:latin typeface="Arial"/>
                <a:ea typeface="Arial"/>
                <a:cs typeface="Arial"/>
              </a:defRPr>
            </a:lvl7pPr>
            <a:lvl8pPr algn="l">
              <a:defRPr sz="2325" b="1">
                <a:solidFill>
                  <a:srgbClr val="4359E8"/>
                </a:solidFill>
                <a:latin typeface="Arial"/>
                <a:ea typeface="Arial"/>
                <a:cs typeface="Arial"/>
              </a:defRPr>
            </a:lvl8pPr>
            <a:lvl9pPr algn="l">
              <a:defRPr sz="2325" b="1">
                <a:solidFill>
                  <a:srgbClr val="4359E8"/>
                </a:solidFill>
                <a:latin typeface="Arial"/>
                <a:ea typeface="Arial"/>
                <a:cs typeface="Arial"/>
              </a:defRPr>
            </a:lvl9pPr>
          </a:lstStyle>
          <a:p xmlns:a="http://schemas.openxmlformats.org/drawingml/2006/main">
            <a:pPr algn="l">
              <a:defRPr sz="2325" b="1">
                <a:solidFill>
                  <a:srgbClr val="4359E8"/>
                </a:solidFill>
                <a:latin typeface="Arial"/>
                <a:ea typeface="Arial"/>
                <a:cs typeface="Arial"/>
              </a:defRPr>
            </a:pPr>
            <a:r>
              <a:rPr sz="2325" b="1">
                <a:solidFill>
                  <a:srgbClr val="4359E8"/>
                </a:solidFill>
                <a:latin typeface="Arial"/>
                <a:ea typeface="Arial"/>
                <a:cs typeface="Arial"/>
              </a:rPr>
              <a:t>Thesis today</a:t>
            </a:r>
          </a:p>
        </p:txBody>
      </p:sp>
      <p:sp>
        <p:nvSpPr>
          <p:cNvPr id="10" name="diff-rule-1">
            <a:extLst xmlns:a="http://schemas.openxmlformats.org/drawingml/2006/main">
              <a:ext uri="{FF2B5EF4-FFF2-40B4-BE49-F238E27FC236}">
                <a16:creationId xmlns:a16="http://schemas.microsoft.com/office/drawing/2014/main" id="{6CE7C042-40B4-4F11-8D34-DAF2DF6344FE}"/>
              </a:ext>
            </a:extLst>
          </p:cNvPr>
          <p:cNvSpPr>
            <a:spLocks xmlns:a="http://schemas.openxmlformats.org/drawingml/2006/main" noGrp="1"/>
          </p:cNvSpPr>
          <p:nvPr/>
        </p:nvSpPr>
        <p:spPr>
          <a:xfrm xmlns:a="http://schemas.openxmlformats.org/drawingml/2006/main">
            <a:off x="4295775" y="3228975"/>
            <a:ext cx="3009900" cy="1905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1" name="diff-body-1">
            <a:extLst xmlns:a="http://schemas.openxmlformats.org/drawingml/2006/main">
              <a:ext uri="{FF2B5EF4-FFF2-40B4-BE49-F238E27FC236}">
                <a16:creationId xmlns:a16="http://schemas.microsoft.com/office/drawing/2014/main" id="{0D14D69B-247B-4BDA-814F-93E46FAE6261}"/>
              </a:ext>
            </a:extLst>
          </p:cNvPr>
          <p:cNvSpPr>
            <a:spLocks xmlns:a="http://schemas.openxmlformats.org/drawingml/2006/main" noGrp="1"/>
          </p:cNvSpPr>
          <p:nvPr/>
        </p:nvSpPr>
        <p:spPr>
          <a:xfrm xmlns:a="http://schemas.openxmlformats.org/drawingml/2006/main">
            <a:off x="4295775" y="3562350"/>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5E6D86"/>
                </a:solidFill>
                <a:latin typeface="Arial"/>
                <a:ea typeface="Arial"/>
                <a:cs typeface="Arial"/>
              </a:defRPr>
            </a:defPPr>
            <a:lvl1pPr algn="l">
              <a:defRPr sz="2025" b="0">
                <a:solidFill>
                  <a:srgbClr val="5E6D86"/>
                </a:solidFill>
                <a:latin typeface="Arial"/>
                <a:ea typeface="Arial"/>
                <a:cs typeface="Arial"/>
              </a:defRPr>
            </a:lvl1pPr>
            <a:lvl2pPr algn="l">
              <a:defRPr sz="2025" b="0">
                <a:solidFill>
                  <a:srgbClr val="5E6D86"/>
                </a:solidFill>
                <a:latin typeface="Arial"/>
                <a:ea typeface="Arial"/>
                <a:cs typeface="Arial"/>
              </a:defRPr>
            </a:lvl2pPr>
            <a:lvl3pPr algn="l">
              <a:defRPr sz="2025" b="0">
                <a:solidFill>
                  <a:srgbClr val="5E6D86"/>
                </a:solidFill>
                <a:latin typeface="Arial"/>
                <a:ea typeface="Arial"/>
                <a:cs typeface="Arial"/>
              </a:defRPr>
            </a:lvl3pPr>
            <a:lvl4pPr algn="l">
              <a:defRPr sz="2025" b="0">
                <a:solidFill>
                  <a:srgbClr val="5E6D86"/>
                </a:solidFill>
                <a:latin typeface="Arial"/>
                <a:ea typeface="Arial"/>
                <a:cs typeface="Arial"/>
              </a:defRPr>
            </a:lvl4pPr>
            <a:lvl5pPr algn="l">
              <a:defRPr sz="2025" b="0">
                <a:solidFill>
                  <a:srgbClr val="5E6D86"/>
                </a:solidFill>
                <a:latin typeface="Arial"/>
                <a:ea typeface="Arial"/>
                <a:cs typeface="Arial"/>
              </a:defRPr>
            </a:lvl5pPr>
            <a:lvl6pPr algn="l">
              <a:defRPr sz="2025" b="0">
                <a:solidFill>
                  <a:srgbClr val="5E6D86"/>
                </a:solidFill>
                <a:latin typeface="Arial"/>
                <a:ea typeface="Arial"/>
                <a:cs typeface="Arial"/>
              </a:defRPr>
            </a:lvl6pPr>
            <a:lvl7pPr algn="l">
              <a:defRPr sz="2025" b="0">
                <a:solidFill>
                  <a:srgbClr val="5E6D86"/>
                </a:solidFill>
                <a:latin typeface="Arial"/>
                <a:ea typeface="Arial"/>
                <a:cs typeface="Arial"/>
              </a:defRPr>
            </a:lvl7pPr>
            <a:lvl8pPr algn="l">
              <a:defRPr sz="2025" b="0">
                <a:solidFill>
                  <a:srgbClr val="5E6D86"/>
                </a:solidFill>
                <a:latin typeface="Arial"/>
                <a:ea typeface="Arial"/>
                <a:cs typeface="Arial"/>
              </a:defRPr>
            </a:lvl8pPr>
            <a:lvl9pPr algn="l">
              <a:defRPr sz="2025" b="0">
                <a:solidFill>
                  <a:srgbClr val="5E6D86"/>
                </a:solidFill>
                <a:latin typeface="Arial"/>
                <a:ea typeface="Arial"/>
                <a:cs typeface="Arial"/>
              </a:defRPr>
            </a:lvl9pPr>
          </a:lstStyle>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Risk vetoes, countercases,</a:t>
            </a:r>
          </a:p>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source registers and</a:t>
            </a:r>
          </a:p>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explicit invalidation.</a:t>
            </a:r>
          </a:p>
        </p:txBody>
      </p:sp>
      <p:sp>
        <p:nvSpPr>
          <p:cNvPr id="12" name="diff-status-1">
            <a:extLst xmlns:a="http://schemas.openxmlformats.org/drawingml/2006/main">
              <a:ext uri="{FF2B5EF4-FFF2-40B4-BE49-F238E27FC236}">
                <a16:creationId xmlns:a16="http://schemas.microsoft.com/office/drawing/2014/main" id="{528866DF-7AFE-45AD-BE1A-02ADE6E0C6B8}"/>
              </a:ext>
            </a:extLst>
          </p:cNvPr>
          <p:cNvSpPr>
            <a:spLocks xmlns:a="http://schemas.openxmlformats.org/drawingml/2006/main" noGrp="1"/>
          </p:cNvSpPr>
          <p:nvPr/>
        </p:nvSpPr>
        <p:spPr>
          <a:xfrm xmlns:a="http://schemas.openxmlformats.org/drawingml/2006/main">
            <a:off x="4295775" y="5429250"/>
            <a:ext cx="3105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4359E8"/>
                </a:solidFill>
                <a:latin typeface="Arial"/>
                <a:ea typeface="Arial"/>
                <a:cs typeface="Arial"/>
              </a:defRPr>
            </a:defPPr>
            <a:lvl1pPr algn="l">
              <a:defRPr sz="1500" b="0">
                <a:solidFill>
                  <a:srgbClr val="4359E8"/>
                </a:solidFill>
                <a:latin typeface="Arial"/>
                <a:ea typeface="Arial"/>
                <a:cs typeface="Arial"/>
              </a:defRPr>
            </a:lvl1pPr>
            <a:lvl2pPr algn="l">
              <a:defRPr sz="1500" b="0">
                <a:solidFill>
                  <a:srgbClr val="4359E8"/>
                </a:solidFill>
                <a:latin typeface="Arial"/>
                <a:ea typeface="Arial"/>
                <a:cs typeface="Arial"/>
              </a:defRPr>
            </a:lvl2pPr>
            <a:lvl3pPr algn="l">
              <a:defRPr sz="1500" b="0">
                <a:solidFill>
                  <a:srgbClr val="4359E8"/>
                </a:solidFill>
                <a:latin typeface="Arial"/>
                <a:ea typeface="Arial"/>
                <a:cs typeface="Arial"/>
              </a:defRPr>
            </a:lvl3pPr>
            <a:lvl4pPr algn="l">
              <a:defRPr sz="1500" b="0">
                <a:solidFill>
                  <a:srgbClr val="4359E8"/>
                </a:solidFill>
                <a:latin typeface="Arial"/>
                <a:ea typeface="Arial"/>
                <a:cs typeface="Arial"/>
              </a:defRPr>
            </a:lvl4pPr>
            <a:lvl5pPr algn="l">
              <a:defRPr sz="1500" b="0">
                <a:solidFill>
                  <a:srgbClr val="4359E8"/>
                </a:solidFill>
                <a:latin typeface="Arial"/>
                <a:ea typeface="Arial"/>
                <a:cs typeface="Arial"/>
              </a:defRPr>
            </a:lvl5pPr>
            <a:lvl6pPr algn="l">
              <a:defRPr sz="1500" b="0">
                <a:solidFill>
                  <a:srgbClr val="4359E8"/>
                </a:solidFill>
                <a:latin typeface="Arial"/>
                <a:ea typeface="Arial"/>
                <a:cs typeface="Arial"/>
              </a:defRPr>
            </a:lvl6pPr>
            <a:lvl7pPr algn="l">
              <a:defRPr sz="1500" b="0">
                <a:solidFill>
                  <a:srgbClr val="4359E8"/>
                </a:solidFill>
                <a:latin typeface="Arial"/>
                <a:ea typeface="Arial"/>
                <a:cs typeface="Arial"/>
              </a:defRPr>
            </a:lvl7pPr>
            <a:lvl8pPr algn="l">
              <a:defRPr sz="1500" b="0">
                <a:solidFill>
                  <a:srgbClr val="4359E8"/>
                </a:solidFill>
                <a:latin typeface="Arial"/>
                <a:ea typeface="Arial"/>
                <a:cs typeface="Arial"/>
              </a:defRPr>
            </a:lvl8pPr>
            <a:lvl9pPr algn="l">
              <a:defRPr sz="1500" b="0">
                <a:solidFill>
                  <a:srgbClr val="4359E8"/>
                </a:solidFill>
                <a:latin typeface="Arial"/>
                <a:ea typeface="Arial"/>
                <a:cs typeface="Arial"/>
              </a:defRPr>
            </a:lvl9pPr>
          </a:lstStyle>
          <a:p xmlns:a="http://schemas.openxmlformats.org/drawingml/2006/main">
            <a:pPr algn="l">
              <a:defRPr sz="1500" b="0">
                <a:solidFill>
                  <a:srgbClr val="4359E8"/>
                </a:solidFill>
                <a:latin typeface="Arial"/>
                <a:ea typeface="Arial"/>
                <a:cs typeface="Arial"/>
              </a:defRPr>
            </a:pPr>
            <a:r>
              <a:rPr sz="1500" b="0">
                <a:solidFill>
                  <a:srgbClr val="4359E8"/>
                </a:solidFill>
                <a:latin typeface="Arial"/>
                <a:ea typeface="Arial"/>
                <a:cs typeface="Arial"/>
              </a:rPr>
              <a:t>Implemented workflow</a:t>
            </a:r>
          </a:p>
        </p:txBody>
      </p:sp>
      <p:sp>
        <p:nvSpPr>
          <p:cNvPr id="13" name="diff-title-2">
            <a:extLst xmlns:a="http://schemas.openxmlformats.org/drawingml/2006/main">
              <a:ext uri="{FF2B5EF4-FFF2-40B4-BE49-F238E27FC236}">
                <a16:creationId xmlns:a16="http://schemas.microsoft.com/office/drawing/2014/main" id="{2CC94B1A-1AA7-4E41-8499-ECE00A9694D4}"/>
              </a:ext>
            </a:extLst>
          </p:cNvPr>
          <p:cNvSpPr>
            <a:spLocks xmlns:a="http://schemas.openxmlformats.org/drawingml/2006/main" noGrp="1"/>
          </p:cNvSpPr>
          <p:nvPr/>
        </p:nvSpPr>
        <p:spPr>
          <a:xfrm xmlns:a="http://schemas.openxmlformats.org/drawingml/2006/main">
            <a:off x="7905750" y="246697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b="1">
                <a:solidFill>
                  <a:srgbClr val="20304E"/>
                </a:solidFill>
                <a:latin typeface="Arial"/>
                <a:ea typeface="Arial"/>
                <a:cs typeface="Arial"/>
              </a:defRPr>
            </a:defPPr>
            <a:lvl1pPr algn="l">
              <a:defRPr sz="2325" b="1">
                <a:solidFill>
                  <a:srgbClr val="20304E"/>
                </a:solidFill>
                <a:latin typeface="Arial"/>
                <a:ea typeface="Arial"/>
                <a:cs typeface="Arial"/>
              </a:defRPr>
            </a:lvl1pPr>
            <a:lvl2pPr algn="l">
              <a:defRPr sz="2325" b="1">
                <a:solidFill>
                  <a:srgbClr val="20304E"/>
                </a:solidFill>
                <a:latin typeface="Arial"/>
                <a:ea typeface="Arial"/>
                <a:cs typeface="Arial"/>
              </a:defRPr>
            </a:lvl2pPr>
            <a:lvl3pPr algn="l">
              <a:defRPr sz="2325" b="1">
                <a:solidFill>
                  <a:srgbClr val="20304E"/>
                </a:solidFill>
                <a:latin typeface="Arial"/>
                <a:ea typeface="Arial"/>
                <a:cs typeface="Arial"/>
              </a:defRPr>
            </a:lvl3pPr>
            <a:lvl4pPr algn="l">
              <a:defRPr sz="2325" b="1">
                <a:solidFill>
                  <a:srgbClr val="20304E"/>
                </a:solidFill>
                <a:latin typeface="Arial"/>
                <a:ea typeface="Arial"/>
                <a:cs typeface="Arial"/>
              </a:defRPr>
            </a:lvl4pPr>
            <a:lvl5pPr algn="l">
              <a:defRPr sz="2325" b="1">
                <a:solidFill>
                  <a:srgbClr val="20304E"/>
                </a:solidFill>
                <a:latin typeface="Arial"/>
                <a:ea typeface="Arial"/>
                <a:cs typeface="Arial"/>
              </a:defRPr>
            </a:lvl5pPr>
            <a:lvl6pPr algn="l">
              <a:defRPr sz="2325" b="1">
                <a:solidFill>
                  <a:srgbClr val="20304E"/>
                </a:solidFill>
                <a:latin typeface="Arial"/>
                <a:ea typeface="Arial"/>
                <a:cs typeface="Arial"/>
              </a:defRPr>
            </a:lvl6pPr>
            <a:lvl7pPr algn="l">
              <a:defRPr sz="2325" b="1">
                <a:solidFill>
                  <a:srgbClr val="20304E"/>
                </a:solidFill>
                <a:latin typeface="Arial"/>
                <a:ea typeface="Arial"/>
                <a:cs typeface="Arial"/>
              </a:defRPr>
            </a:lvl7pPr>
            <a:lvl8pPr algn="l">
              <a:defRPr sz="2325" b="1">
                <a:solidFill>
                  <a:srgbClr val="20304E"/>
                </a:solidFill>
                <a:latin typeface="Arial"/>
                <a:ea typeface="Arial"/>
                <a:cs typeface="Arial"/>
              </a:defRPr>
            </a:lvl8pPr>
            <a:lvl9pPr algn="l">
              <a:defRPr sz="2325" b="1">
                <a:solidFill>
                  <a:srgbClr val="20304E"/>
                </a:solidFill>
                <a:latin typeface="Arial"/>
                <a:ea typeface="Arial"/>
                <a:cs typeface="Arial"/>
              </a:defRPr>
            </a:lvl9pPr>
          </a:lstStyle>
          <a:p xmlns:a="http://schemas.openxmlformats.org/drawingml/2006/main">
            <a:pPr algn="l">
              <a:defRPr sz="2325" b="1">
                <a:solidFill>
                  <a:srgbClr val="20304E"/>
                </a:solidFill>
                <a:latin typeface="Arial"/>
                <a:ea typeface="Arial"/>
                <a:cs typeface="Arial"/>
              </a:defRPr>
            </a:pPr>
            <a:r>
              <a:rPr sz="2325" b="1">
                <a:solidFill>
                  <a:srgbClr val="20304E"/>
                </a:solidFill>
                <a:latin typeface="Arial"/>
                <a:ea typeface="Arial"/>
                <a:cs typeface="Arial"/>
              </a:rPr>
              <a:t>Thesis over time</a:t>
            </a:r>
          </a:p>
        </p:txBody>
      </p:sp>
      <p:sp>
        <p:nvSpPr>
          <p:cNvPr id="14" name="diff-rule-2">
            <a:extLst xmlns:a="http://schemas.openxmlformats.org/drawingml/2006/main">
              <a:ext uri="{FF2B5EF4-FFF2-40B4-BE49-F238E27FC236}">
                <a16:creationId xmlns:a16="http://schemas.microsoft.com/office/drawing/2014/main" id="{0393C606-CEC1-4564-B0AF-EBF7DE6B2C68}"/>
              </a:ext>
            </a:extLst>
          </p:cNvPr>
          <p:cNvSpPr>
            <a:spLocks xmlns:a="http://schemas.openxmlformats.org/drawingml/2006/main" noGrp="1"/>
          </p:cNvSpPr>
          <p:nvPr/>
        </p:nvSpPr>
        <p:spPr>
          <a:xfrm xmlns:a="http://schemas.openxmlformats.org/drawingml/2006/main">
            <a:off x="7905750" y="3228975"/>
            <a:ext cx="3009900" cy="19050"/>
          </a:xfrm>
          <a:prstGeom xmlns:a="http://schemas.openxmlformats.org/drawingml/2006/main" prst="rect">
            <a:avLst/>
          </a:prstGeom>
          <a:solidFill xmlns:a="http://schemas.openxmlformats.org/drawingml/2006/main">
            <a:srgbClr val="DAE1EF"/>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15" name="diff-body-2">
            <a:extLst xmlns:a="http://schemas.openxmlformats.org/drawingml/2006/main">
              <a:ext uri="{FF2B5EF4-FFF2-40B4-BE49-F238E27FC236}">
                <a16:creationId xmlns:a16="http://schemas.microsoft.com/office/drawing/2014/main" id="{7289C734-9685-4538-B12E-936090248678}"/>
              </a:ext>
            </a:extLst>
          </p:cNvPr>
          <p:cNvSpPr>
            <a:spLocks xmlns:a="http://schemas.openxmlformats.org/drawingml/2006/main" noGrp="1"/>
          </p:cNvSpPr>
          <p:nvPr/>
        </p:nvSpPr>
        <p:spPr>
          <a:xfrm xmlns:a="http://schemas.openxmlformats.org/drawingml/2006/main">
            <a:off x="7905750" y="3562350"/>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5E6D86"/>
                </a:solidFill>
                <a:latin typeface="Arial"/>
                <a:ea typeface="Arial"/>
                <a:cs typeface="Arial"/>
              </a:defRPr>
            </a:defPPr>
            <a:lvl1pPr algn="l">
              <a:defRPr sz="2025" b="0">
                <a:solidFill>
                  <a:srgbClr val="5E6D86"/>
                </a:solidFill>
                <a:latin typeface="Arial"/>
                <a:ea typeface="Arial"/>
                <a:cs typeface="Arial"/>
              </a:defRPr>
            </a:lvl1pPr>
            <a:lvl2pPr algn="l">
              <a:defRPr sz="2025" b="0">
                <a:solidFill>
                  <a:srgbClr val="5E6D86"/>
                </a:solidFill>
                <a:latin typeface="Arial"/>
                <a:ea typeface="Arial"/>
                <a:cs typeface="Arial"/>
              </a:defRPr>
            </a:lvl2pPr>
            <a:lvl3pPr algn="l">
              <a:defRPr sz="2025" b="0">
                <a:solidFill>
                  <a:srgbClr val="5E6D86"/>
                </a:solidFill>
                <a:latin typeface="Arial"/>
                <a:ea typeface="Arial"/>
                <a:cs typeface="Arial"/>
              </a:defRPr>
            </a:lvl3pPr>
            <a:lvl4pPr algn="l">
              <a:defRPr sz="2025" b="0">
                <a:solidFill>
                  <a:srgbClr val="5E6D86"/>
                </a:solidFill>
                <a:latin typeface="Arial"/>
                <a:ea typeface="Arial"/>
                <a:cs typeface="Arial"/>
              </a:defRPr>
            </a:lvl4pPr>
            <a:lvl5pPr algn="l">
              <a:defRPr sz="2025" b="0">
                <a:solidFill>
                  <a:srgbClr val="5E6D86"/>
                </a:solidFill>
                <a:latin typeface="Arial"/>
                <a:ea typeface="Arial"/>
                <a:cs typeface="Arial"/>
              </a:defRPr>
            </a:lvl5pPr>
            <a:lvl6pPr algn="l">
              <a:defRPr sz="2025" b="0">
                <a:solidFill>
                  <a:srgbClr val="5E6D86"/>
                </a:solidFill>
                <a:latin typeface="Arial"/>
                <a:ea typeface="Arial"/>
                <a:cs typeface="Arial"/>
              </a:defRPr>
            </a:lvl6pPr>
            <a:lvl7pPr algn="l">
              <a:defRPr sz="2025" b="0">
                <a:solidFill>
                  <a:srgbClr val="5E6D86"/>
                </a:solidFill>
                <a:latin typeface="Arial"/>
                <a:ea typeface="Arial"/>
                <a:cs typeface="Arial"/>
              </a:defRPr>
            </a:lvl7pPr>
            <a:lvl8pPr algn="l">
              <a:defRPr sz="2025" b="0">
                <a:solidFill>
                  <a:srgbClr val="5E6D86"/>
                </a:solidFill>
                <a:latin typeface="Arial"/>
                <a:ea typeface="Arial"/>
                <a:cs typeface="Arial"/>
              </a:defRPr>
            </a:lvl8pPr>
            <a:lvl9pPr algn="l">
              <a:defRPr sz="2025" b="0">
                <a:solidFill>
                  <a:srgbClr val="5E6D86"/>
                </a:solidFill>
                <a:latin typeface="Arial"/>
                <a:ea typeface="Arial"/>
                <a:cs typeface="Arial"/>
              </a:defRPr>
            </a:lvl9pPr>
          </a:lstStyle>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Revisit why a decision changed</a:t>
            </a:r>
          </a:p>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as evidence and investor</a:t>
            </a:r>
          </a:p>
          <a:p xmlns:a="http://schemas.openxmlformats.org/drawingml/2006/main">
            <a:pPr algn="l">
              <a:defRPr sz="2025" b="0">
                <a:solidFill>
                  <a:srgbClr val="5E6D86"/>
                </a:solidFill>
                <a:latin typeface="Arial"/>
                <a:ea typeface="Arial"/>
                <a:cs typeface="Arial"/>
              </a:defRPr>
            </a:pPr>
            <a:r>
              <a:rPr sz="2025" b="0">
                <a:solidFill>
                  <a:srgbClr val="5E6D86"/>
                </a:solidFill>
                <a:latin typeface="Arial"/>
                <a:ea typeface="Arial"/>
                <a:cs typeface="Arial"/>
              </a:rPr>
              <a:t>preferences evolve.</a:t>
            </a:r>
          </a:p>
        </p:txBody>
      </p:sp>
      <p:sp>
        <p:nvSpPr>
          <p:cNvPr id="16" name="diff-status-2">
            <a:extLst xmlns:a="http://schemas.openxmlformats.org/drawingml/2006/main">
              <a:ext uri="{FF2B5EF4-FFF2-40B4-BE49-F238E27FC236}">
                <a16:creationId xmlns:a16="http://schemas.microsoft.com/office/drawing/2014/main" id="{66D93EBF-BD9C-4DAF-BD21-C12ABFF00EA7}"/>
              </a:ext>
            </a:extLst>
          </p:cNvPr>
          <p:cNvSpPr>
            <a:spLocks xmlns:a="http://schemas.openxmlformats.org/drawingml/2006/main" noGrp="1"/>
          </p:cNvSpPr>
          <p:nvPr/>
        </p:nvSpPr>
        <p:spPr>
          <a:xfrm xmlns:a="http://schemas.openxmlformats.org/drawingml/2006/main">
            <a:off x="7905750" y="5429250"/>
            <a:ext cx="3105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5E6D86"/>
                </a:solidFill>
                <a:latin typeface="Arial"/>
                <a:ea typeface="Arial"/>
                <a:cs typeface="Arial"/>
              </a:defRPr>
            </a:defPPr>
            <a:lvl1pPr algn="l">
              <a:defRPr sz="1500" b="0">
                <a:solidFill>
                  <a:srgbClr val="5E6D86"/>
                </a:solidFill>
                <a:latin typeface="Arial"/>
                <a:ea typeface="Arial"/>
                <a:cs typeface="Arial"/>
              </a:defRPr>
            </a:lvl1pPr>
            <a:lvl2pPr algn="l">
              <a:defRPr sz="1500" b="0">
                <a:solidFill>
                  <a:srgbClr val="5E6D86"/>
                </a:solidFill>
                <a:latin typeface="Arial"/>
                <a:ea typeface="Arial"/>
                <a:cs typeface="Arial"/>
              </a:defRPr>
            </a:lvl2pPr>
            <a:lvl3pPr algn="l">
              <a:defRPr sz="1500" b="0">
                <a:solidFill>
                  <a:srgbClr val="5E6D86"/>
                </a:solidFill>
                <a:latin typeface="Arial"/>
                <a:ea typeface="Arial"/>
                <a:cs typeface="Arial"/>
              </a:defRPr>
            </a:lvl3pPr>
            <a:lvl4pPr algn="l">
              <a:defRPr sz="1500" b="0">
                <a:solidFill>
                  <a:srgbClr val="5E6D86"/>
                </a:solidFill>
                <a:latin typeface="Arial"/>
                <a:ea typeface="Arial"/>
                <a:cs typeface="Arial"/>
              </a:defRPr>
            </a:lvl4pPr>
            <a:lvl5pPr algn="l">
              <a:defRPr sz="1500" b="0">
                <a:solidFill>
                  <a:srgbClr val="5E6D86"/>
                </a:solidFill>
                <a:latin typeface="Arial"/>
                <a:ea typeface="Arial"/>
                <a:cs typeface="Arial"/>
              </a:defRPr>
            </a:lvl5pPr>
            <a:lvl6pPr algn="l">
              <a:defRPr sz="1500" b="0">
                <a:solidFill>
                  <a:srgbClr val="5E6D86"/>
                </a:solidFill>
                <a:latin typeface="Arial"/>
                <a:ea typeface="Arial"/>
                <a:cs typeface="Arial"/>
              </a:defRPr>
            </a:lvl6pPr>
            <a:lvl7pPr algn="l">
              <a:defRPr sz="1500" b="0">
                <a:solidFill>
                  <a:srgbClr val="5E6D86"/>
                </a:solidFill>
                <a:latin typeface="Arial"/>
                <a:ea typeface="Arial"/>
                <a:cs typeface="Arial"/>
              </a:defRPr>
            </a:lvl7pPr>
            <a:lvl8pPr algn="l">
              <a:defRPr sz="1500" b="0">
                <a:solidFill>
                  <a:srgbClr val="5E6D86"/>
                </a:solidFill>
                <a:latin typeface="Arial"/>
                <a:ea typeface="Arial"/>
                <a:cs typeface="Arial"/>
              </a:defRPr>
            </a:lvl8pPr>
            <a:lvl9pPr algn="l">
              <a:defRPr sz="1500" b="0">
                <a:solidFill>
                  <a:srgbClr val="5E6D86"/>
                </a:solidFill>
                <a:latin typeface="Arial"/>
                <a:ea typeface="Arial"/>
                <a:cs typeface="Arial"/>
              </a:defRPr>
            </a:lvl9pPr>
          </a:lstStyle>
          <a:p xmlns:a="http://schemas.openxmlformats.org/drawingml/2006/main">
            <a:pPr algn="l">
              <a:defRPr sz="1500" b="0">
                <a:solidFill>
                  <a:srgbClr val="5E6D86"/>
                </a:solidFill>
                <a:latin typeface="Arial"/>
                <a:ea typeface="Arial"/>
                <a:cs typeface="Arial"/>
              </a:defRPr>
            </a:pPr>
            <a:r>
              <a:rPr sz="1500" b="0">
                <a:solidFill>
                  <a:srgbClr val="5E6D86"/>
                </a:solidFill>
                <a:latin typeface="Arial"/>
                <a:ea typeface="Arial"/>
                <a:cs typeface="Arial"/>
              </a:rPr>
              <a:t>Product validation goal</a:t>
            </a:r>
          </a:p>
        </p:txBody>
      </p:sp>
    </p:spTree>
    <p:extLst>
      <p:ext uri="{BB962C8B-B14F-4D97-AF65-F5344CB8AC3E}">
        <p14:creationId xmlns:p14="http://schemas.microsoft.com/office/powerpoint/2010/main" val="916430973"/>
      </p:ext>
    </p:extLst>
  </p:cSld>
</p:sld>
</file>

<file path=ppt/slides/slide10.xml><?xml version="1.0" encoding="utf-8"?>
<p:sld xmlns:p="http://schemas.openxmlformats.org/presentationml/2006/main">
  <p:cSld>
    <p:bg>
      <p:bgPr>
        <a:solidFill xmlns:a="http://schemas.openxmlformats.org/drawingml/2006/main">
          <a:srgbClr val="101C35"/>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36571945-BC03-4D7E-8648-F3BDCE6951B0}"/>
              </a:ext>
            </a:extLst>
          </p:cNvPr>
          <p:cNvSpPr>
            <a:spLocks xmlns:a="http://schemas.openxmlformats.org/drawingml/2006/main" noGrp="1"/>
          </p:cNvSpPr>
          <p:nvPr/>
        </p:nvSpPr>
        <p:spPr>
          <a:xfrm xmlns:a="http://schemas.openxmlformats.org/drawingml/2006/main">
            <a:off x="685800" y="58102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From a working committee to a trusted product.</a:t>
            </a:r>
          </a:p>
        </p:txBody>
      </p:sp>
      <p:sp>
        <p:nvSpPr>
          <p:cNvPr id="3" name="accent">
            <a:extLst xmlns:a="http://schemas.openxmlformats.org/drawingml/2006/main">
              <a:ext uri="{FF2B5EF4-FFF2-40B4-BE49-F238E27FC236}">
                <a16:creationId xmlns:a16="http://schemas.microsoft.com/office/drawing/2014/main" id="{9B94E988-084C-466A-B445-EFDF8570C75C}"/>
              </a:ext>
            </a:extLst>
          </p:cNvPr>
          <p:cNvSpPr>
            <a:spLocks xmlns:a="http://schemas.openxmlformats.org/drawingml/2006/main" noGrp="1"/>
          </p:cNvSpPr>
          <p:nvPr/>
        </p:nvSpPr>
        <p:spPr>
          <a:xfrm xmlns:a="http://schemas.openxmlformats.org/drawingml/2006/main">
            <a:off x="685800" y="1838325"/>
            <a:ext cx="438150" cy="38100"/>
          </a:xfrm>
          <a:prstGeom xmlns:a="http://schemas.openxmlformats.org/drawingml/2006/main" prst="rect">
            <a:avLst/>
          </a:prstGeom>
          <a:solidFill xmlns:a="http://schemas.openxmlformats.org/drawingml/2006/main">
            <a:srgbClr val="4359E8"/>
          </a:solidFill>
          <a:ln xmlns:a="http://schemas.openxmlformats.org/drawingml/2006/main" w="0">
            <a:noFill/>
          </a:ln>
        </p:spPr>
        <p:txBody>
          <a:bodyPr xmlns:a="http://schemas.openxmlformats.org/drawingml/2006/main"/>
          <a:lstStyle xmlns:a="http://schemas.openxmlformats.org/drawingml/2006/main">
            <a:defPPr>
              <a:defRPr>
                <a:latin typeface="Arial"/>
                <a:ea typeface="Arial"/>
                <a:cs typeface="Arial"/>
              </a:defRPr>
            </a:defPPr>
            <a:lvl1pPr>
              <a:defRPr>
                <a:latin typeface="Arial"/>
                <a:ea typeface="Arial"/>
                <a:cs typeface="Arial"/>
              </a:defRPr>
            </a:lvl1pPr>
            <a:lvl2pPr>
              <a:defRPr>
                <a:latin typeface="Arial"/>
                <a:ea typeface="Arial"/>
                <a:cs typeface="Arial"/>
              </a:defRPr>
            </a:lvl2pPr>
            <a:lvl3pPr>
              <a:defRPr>
                <a:latin typeface="Arial"/>
                <a:ea typeface="Arial"/>
                <a:cs typeface="Arial"/>
              </a:defRPr>
            </a:lvl3pPr>
            <a:lvl4pPr>
              <a:defRPr>
                <a:latin typeface="Arial"/>
                <a:ea typeface="Arial"/>
                <a:cs typeface="Arial"/>
              </a:defRPr>
            </a:lvl4pPr>
            <a:lvl5pPr>
              <a:defRPr>
                <a:latin typeface="Arial"/>
                <a:ea typeface="Arial"/>
                <a:cs typeface="Arial"/>
              </a:defRPr>
            </a:lvl5pPr>
            <a:lvl6pPr>
              <a:defRPr>
                <a:latin typeface="Arial"/>
                <a:ea typeface="Arial"/>
                <a:cs typeface="Arial"/>
              </a:defRPr>
            </a:lvl6pPr>
            <a:lvl7pPr>
              <a:defRPr>
                <a:latin typeface="Arial"/>
                <a:ea typeface="Arial"/>
                <a:cs typeface="Arial"/>
              </a:defRPr>
            </a:lvl7pPr>
            <a:lvl8pPr>
              <a:defRPr>
                <a:latin typeface="Arial"/>
                <a:ea typeface="Arial"/>
                <a:cs typeface="Arial"/>
              </a:defRPr>
            </a:lvl8pPr>
            <a:lvl9pPr>
              <a:defRPr>
                <a:latin typeface="Arial"/>
                <a:ea typeface="Arial"/>
                <a:cs typeface="Arial"/>
              </a:defRPr>
            </a:lvl9pPr>
          </a:lstStyle>
          <a:p xmlns:a="http://schemas.openxmlformats.org/drawingml/2006/main"/>
        </p:txBody>
      </p:sp>
      <p:sp>
        <p:nvSpPr>
          <p:cNvPr id="4" name="folio">
            <a:extLst xmlns:a="http://schemas.openxmlformats.org/drawingml/2006/main">
              <a:ext uri="{FF2B5EF4-FFF2-40B4-BE49-F238E27FC236}">
                <a16:creationId xmlns:a16="http://schemas.microsoft.com/office/drawing/2014/main" id="{D28C0C45-A384-4FFA-9FE1-BA0BEE47137A}"/>
              </a:ext>
            </a:extLst>
          </p:cNvPr>
          <p:cNvSpPr>
            <a:spLocks xmlns:a="http://schemas.openxmlformats.org/drawingml/2006/main" noGrp="1"/>
          </p:cNvSpPr>
          <p:nvPr/>
        </p:nvSpPr>
        <p:spPr>
          <a:xfrm xmlns:a="http://schemas.openxmlformats.org/drawingml/2006/main">
            <a:off x="11049000" y="62865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93A3C4"/>
                </a:solidFill>
                <a:latin typeface="Arial"/>
                <a:ea typeface="Arial"/>
                <a:cs typeface="Arial"/>
              </a:defRPr>
            </a:defPPr>
            <a:lvl1pPr algn="l">
              <a:defRPr sz="1050" b="0">
                <a:solidFill>
                  <a:srgbClr val="93A3C4"/>
                </a:solidFill>
                <a:latin typeface="Arial"/>
                <a:ea typeface="Arial"/>
                <a:cs typeface="Arial"/>
              </a:defRPr>
            </a:lvl1pPr>
            <a:lvl2pPr algn="l">
              <a:defRPr sz="1050" b="0">
                <a:solidFill>
                  <a:srgbClr val="93A3C4"/>
                </a:solidFill>
                <a:latin typeface="Arial"/>
                <a:ea typeface="Arial"/>
                <a:cs typeface="Arial"/>
              </a:defRPr>
            </a:lvl2pPr>
            <a:lvl3pPr algn="l">
              <a:defRPr sz="1050" b="0">
                <a:solidFill>
                  <a:srgbClr val="93A3C4"/>
                </a:solidFill>
                <a:latin typeface="Arial"/>
                <a:ea typeface="Arial"/>
                <a:cs typeface="Arial"/>
              </a:defRPr>
            </a:lvl3pPr>
            <a:lvl4pPr algn="l">
              <a:defRPr sz="1050" b="0">
                <a:solidFill>
                  <a:srgbClr val="93A3C4"/>
                </a:solidFill>
                <a:latin typeface="Arial"/>
                <a:ea typeface="Arial"/>
                <a:cs typeface="Arial"/>
              </a:defRPr>
            </a:lvl4pPr>
            <a:lvl5pPr algn="l">
              <a:defRPr sz="1050" b="0">
                <a:solidFill>
                  <a:srgbClr val="93A3C4"/>
                </a:solidFill>
                <a:latin typeface="Arial"/>
                <a:ea typeface="Arial"/>
                <a:cs typeface="Arial"/>
              </a:defRPr>
            </a:lvl5pPr>
            <a:lvl6pPr algn="l">
              <a:defRPr sz="1050" b="0">
                <a:solidFill>
                  <a:srgbClr val="93A3C4"/>
                </a:solidFill>
                <a:latin typeface="Arial"/>
                <a:ea typeface="Arial"/>
                <a:cs typeface="Arial"/>
              </a:defRPr>
            </a:lvl6pPr>
            <a:lvl7pPr algn="l">
              <a:defRPr sz="1050" b="0">
                <a:solidFill>
                  <a:srgbClr val="93A3C4"/>
                </a:solidFill>
                <a:latin typeface="Arial"/>
                <a:ea typeface="Arial"/>
                <a:cs typeface="Arial"/>
              </a:defRPr>
            </a:lvl7pPr>
            <a:lvl8pPr algn="l">
              <a:defRPr sz="1050" b="0">
                <a:solidFill>
                  <a:srgbClr val="93A3C4"/>
                </a:solidFill>
                <a:latin typeface="Arial"/>
                <a:ea typeface="Arial"/>
                <a:cs typeface="Arial"/>
              </a:defRPr>
            </a:lvl8pPr>
            <a:lvl9pPr algn="l">
              <a:defRPr sz="1050" b="0">
                <a:solidFill>
                  <a:srgbClr val="93A3C4"/>
                </a:solidFill>
                <a:latin typeface="Arial"/>
                <a:ea typeface="Arial"/>
                <a:cs typeface="Arial"/>
              </a:defRPr>
            </a:lvl9pPr>
          </a:lstStyle>
          <a:p xmlns:a="http://schemas.openxmlformats.org/drawingml/2006/main">
            <a:pPr algn="l">
              <a:defRPr sz="1050" b="0">
                <a:solidFill>
                  <a:srgbClr val="93A3C4"/>
                </a:solidFill>
                <a:latin typeface="Arial"/>
                <a:ea typeface="Arial"/>
                <a:cs typeface="Arial"/>
              </a:defRPr>
            </a:pPr>
            <a:r>
              <a:rPr sz="1050" b="0">
                <a:solidFill>
                  <a:srgbClr val="93A3C4"/>
                </a:solidFill>
                <a:latin typeface="Arial"/>
                <a:ea typeface="Arial"/>
                <a:cs typeface="Arial"/>
              </a:rPr>
              <a:t>10</a:t>
            </a:r>
          </a:p>
        </p:txBody>
      </p:sp>
      <p:sp>
        <p:nvSpPr>
          <p:cNvPr id="5" name="next-number-0">
            <a:extLst xmlns:a="http://schemas.openxmlformats.org/drawingml/2006/main">
              <a:ext uri="{FF2B5EF4-FFF2-40B4-BE49-F238E27FC236}">
                <a16:creationId xmlns:a16="http://schemas.microsoft.com/office/drawing/2014/main" id="{D7E5ADB7-471B-45F5-96A4-70FACA4C34B6}"/>
              </a:ext>
            </a:extLst>
          </p:cNvPr>
          <p:cNvSpPr>
            <a:spLocks xmlns:a="http://schemas.openxmlformats.org/drawingml/2006/main" noGrp="1"/>
          </p:cNvSpPr>
          <p:nvPr/>
        </p:nvSpPr>
        <p:spPr>
          <a:xfrm xmlns:a="http://schemas.openxmlformats.org/drawingml/2006/main">
            <a:off x="685800" y="2333625"/>
            <a:ext cx="809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8FA1F3"/>
                </a:solidFill>
                <a:latin typeface="Arial"/>
                <a:ea typeface="Arial"/>
                <a:cs typeface="Arial"/>
              </a:defRPr>
            </a:defPPr>
            <a:lvl1pPr algn="l">
              <a:defRPr sz="2175" b="1">
                <a:solidFill>
                  <a:srgbClr val="8FA1F3"/>
                </a:solidFill>
                <a:latin typeface="Arial"/>
                <a:ea typeface="Arial"/>
                <a:cs typeface="Arial"/>
              </a:defRPr>
            </a:lvl1pPr>
            <a:lvl2pPr algn="l">
              <a:defRPr sz="2175" b="1">
                <a:solidFill>
                  <a:srgbClr val="8FA1F3"/>
                </a:solidFill>
                <a:latin typeface="Arial"/>
                <a:ea typeface="Arial"/>
                <a:cs typeface="Arial"/>
              </a:defRPr>
            </a:lvl2pPr>
            <a:lvl3pPr algn="l">
              <a:defRPr sz="2175" b="1">
                <a:solidFill>
                  <a:srgbClr val="8FA1F3"/>
                </a:solidFill>
                <a:latin typeface="Arial"/>
                <a:ea typeface="Arial"/>
                <a:cs typeface="Arial"/>
              </a:defRPr>
            </a:lvl3pPr>
            <a:lvl4pPr algn="l">
              <a:defRPr sz="2175" b="1">
                <a:solidFill>
                  <a:srgbClr val="8FA1F3"/>
                </a:solidFill>
                <a:latin typeface="Arial"/>
                <a:ea typeface="Arial"/>
                <a:cs typeface="Arial"/>
              </a:defRPr>
            </a:lvl4pPr>
            <a:lvl5pPr algn="l">
              <a:defRPr sz="2175" b="1">
                <a:solidFill>
                  <a:srgbClr val="8FA1F3"/>
                </a:solidFill>
                <a:latin typeface="Arial"/>
                <a:ea typeface="Arial"/>
                <a:cs typeface="Arial"/>
              </a:defRPr>
            </a:lvl5pPr>
            <a:lvl6pPr algn="l">
              <a:defRPr sz="2175" b="1">
                <a:solidFill>
                  <a:srgbClr val="8FA1F3"/>
                </a:solidFill>
                <a:latin typeface="Arial"/>
                <a:ea typeface="Arial"/>
                <a:cs typeface="Arial"/>
              </a:defRPr>
            </a:lvl6pPr>
            <a:lvl7pPr algn="l">
              <a:defRPr sz="2175" b="1">
                <a:solidFill>
                  <a:srgbClr val="8FA1F3"/>
                </a:solidFill>
                <a:latin typeface="Arial"/>
                <a:ea typeface="Arial"/>
                <a:cs typeface="Arial"/>
              </a:defRPr>
            </a:lvl7pPr>
            <a:lvl8pPr algn="l">
              <a:defRPr sz="2175" b="1">
                <a:solidFill>
                  <a:srgbClr val="8FA1F3"/>
                </a:solidFill>
                <a:latin typeface="Arial"/>
                <a:ea typeface="Arial"/>
                <a:cs typeface="Arial"/>
              </a:defRPr>
            </a:lvl8pPr>
            <a:lvl9pPr algn="l">
              <a:defRPr sz="2175" b="1">
                <a:solidFill>
                  <a:srgbClr val="8FA1F3"/>
                </a:solidFill>
                <a:latin typeface="Arial"/>
                <a:ea typeface="Arial"/>
                <a:cs typeface="Arial"/>
              </a:defRPr>
            </a:lvl9pPr>
          </a:lstStyle>
          <a:p xmlns:a="http://schemas.openxmlformats.org/drawingml/2006/main">
            <a:pPr algn="l">
              <a:defRPr sz="2175" b="1">
                <a:solidFill>
                  <a:srgbClr val="8FA1F3"/>
                </a:solidFill>
                <a:latin typeface="Arial"/>
                <a:ea typeface="Arial"/>
                <a:cs typeface="Arial"/>
              </a:defRPr>
            </a:pPr>
            <a:r>
              <a:rPr sz="2175" b="1">
                <a:solidFill>
                  <a:srgbClr val="8FA1F3"/>
                </a:solidFill>
                <a:latin typeface="Arial"/>
                <a:ea typeface="Arial"/>
                <a:cs typeface="Arial"/>
              </a:rPr>
              <a:t>01</a:t>
            </a:r>
          </a:p>
        </p:txBody>
      </p:sp>
      <p:sp>
        <p:nvSpPr>
          <p:cNvPr id="6" name="next-title-0">
            <a:extLst xmlns:a="http://schemas.openxmlformats.org/drawingml/2006/main">
              <a:ext uri="{FF2B5EF4-FFF2-40B4-BE49-F238E27FC236}">
                <a16:creationId xmlns:a16="http://schemas.microsoft.com/office/drawing/2014/main" id="{265956DD-64CB-41EA-BD41-0BFF86B4097D}"/>
              </a:ext>
            </a:extLst>
          </p:cNvPr>
          <p:cNvSpPr>
            <a:spLocks xmlns:a="http://schemas.openxmlformats.org/drawingml/2006/main" noGrp="1"/>
          </p:cNvSpPr>
          <p:nvPr/>
        </p:nvSpPr>
        <p:spPr>
          <a:xfrm xmlns:a="http://schemas.openxmlformats.org/drawingml/2006/main">
            <a:off x="1866900" y="2333625"/>
            <a:ext cx="963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Verify the financial evidence</a:t>
            </a:r>
          </a:p>
        </p:txBody>
      </p:sp>
      <p:sp>
        <p:nvSpPr>
          <p:cNvPr id="7" name="next-copy-0">
            <a:extLst xmlns:a="http://schemas.openxmlformats.org/drawingml/2006/main">
              <a:ext uri="{FF2B5EF4-FFF2-40B4-BE49-F238E27FC236}">
                <a16:creationId xmlns:a16="http://schemas.microsoft.com/office/drawing/2014/main" id="{F7576277-C8D3-4E7F-88C4-A5B90F23C5DA}"/>
              </a:ext>
            </a:extLst>
          </p:cNvPr>
          <p:cNvSpPr>
            <a:spLocks xmlns:a="http://schemas.openxmlformats.org/drawingml/2006/main" noGrp="1"/>
          </p:cNvSpPr>
          <p:nvPr/>
        </p:nvSpPr>
        <p:spPr>
          <a:xfrm xmlns:a="http://schemas.openxmlformats.org/drawingml/2006/main">
            <a:off x="1866900" y="282892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B9C6E9"/>
                </a:solidFill>
                <a:latin typeface="Arial"/>
                <a:ea typeface="Arial"/>
                <a:cs typeface="Arial"/>
              </a:defRPr>
            </a:defPPr>
            <a:lvl1pPr algn="l">
              <a:defRPr sz="1800" b="0">
                <a:solidFill>
                  <a:srgbClr val="B9C6E9"/>
                </a:solidFill>
                <a:latin typeface="Arial"/>
                <a:ea typeface="Arial"/>
                <a:cs typeface="Arial"/>
              </a:defRPr>
            </a:lvl1pPr>
            <a:lvl2pPr algn="l">
              <a:defRPr sz="1800" b="0">
                <a:solidFill>
                  <a:srgbClr val="B9C6E9"/>
                </a:solidFill>
                <a:latin typeface="Arial"/>
                <a:ea typeface="Arial"/>
                <a:cs typeface="Arial"/>
              </a:defRPr>
            </a:lvl2pPr>
            <a:lvl3pPr algn="l">
              <a:defRPr sz="1800" b="0">
                <a:solidFill>
                  <a:srgbClr val="B9C6E9"/>
                </a:solidFill>
                <a:latin typeface="Arial"/>
                <a:ea typeface="Arial"/>
                <a:cs typeface="Arial"/>
              </a:defRPr>
            </a:lvl3pPr>
            <a:lvl4pPr algn="l">
              <a:defRPr sz="1800" b="0">
                <a:solidFill>
                  <a:srgbClr val="B9C6E9"/>
                </a:solidFill>
                <a:latin typeface="Arial"/>
                <a:ea typeface="Arial"/>
                <a:cs typeface="Arial"/>
              </a:defRPr>
            </a:lvl4pPr>
            <a:lvl5pPr algn="l">
              <a:defRPr sz="1800" b="0">
                <a:solidFill>
                  <a:srgbClr val="B9C6E9"/>
                </a:solidFill>
                <a:latin typeface="Arial"/>
                <a:ea typeface="Arial"/>
                <a:cs typeface="Arial"/>
              </a:defRPr>
            </a:lvl5pPr>
            <a:lvl6pPr algn="l">
              <a:defRPr sz="1800" b="0">
                <a:solidFill>
                  <a:srgbClr val="B9C6E9"/>
                </a:solidFill>
                <a:latin typeface="Arial"/>
                <a:ea typeface="Arial"/>
                <a:cs typeface="Arial"/>
              </a:defRPr>
            </a:lvl6pPr>
            <a:lvl7pPr algn="l">
              <a:defRPr sz="1800" b="0">
                <a:solidFill>
                  <a:srgbClr val="B9C6E9"/>
                </a:solidFill>
                <a:latin typeface="Arial"/>
                <a:ea typeface="Arial"/>
                <a:cs typeface="Arial"/>
              </a:defRPr>
            </a:lvl7pPr>
            <a:lvl8pPr algn="l">
              <a:defRPr sz="1800" b="0">
                <a:solidFill>
                  <a:srgbClr val="B9C6E9"/>
                </a:solidFill>
                <a:latin typeface="Arial"/>
                <a:ea typeface="Arial"/>
                <a:cs typeface="Arial"/>
              </a:defRPr>
            </a:lvl8pPr>
            <a:lvl9pPr algn="l">
              <a:defRPr sz="1800" b="0">
                <a:solidFill>
                  <a:srgbClr val="B9C6E9"/>
                </a:solidFill>
                <a:latin typeface="Arial"/>
                <a:ea typeface="Arial"/>
                <a:cs typeface="Arial"/>
              </a:defRPr>
            </a:lvl9pPr>
          </a:lstStyle>
          <a:p xmlns:a="http://schemas.openxmlformats.org/drawingml/2006/main">
            <a:pPr algn="l">
              <a:defRPr sz="1800" b="0">
                <a:solidFill>
                  <a:srgbClr val="B9C6E9"/>
                </a:solidFill>
                <a:latin typeface="Arial"/>
                <a:ea typeface="Arial"/>
                <a:cs typeface="Arial"/>
              </a:defRPr>
            </a:pPr>
            <a:r>
              <a:rPr sz="1800" b="0">
                <a:solidFill>
                  <a:srgbClr val="B9C6E9"/>
                </a:solidFill>
                <a:latin typeface="Arial"/>
                <a:ea typeface="Arial"/>
                <a:cs typeface="Arial"/>
              </a:rPr>
              <a:t>Licensed data, source freshness and complete Zetaris execution.</a:t>
            </a:r>
          </a:p>
        </p:txBody>
      </p:sp>
      <p:sp>
        <p:nvSpPr>
          <p:cNvPr id="8" name="next-number-1">
            <a:extLst xmlns:a="http://schemas.openxmlformats.org/drawingml/2006/main">
              <a:ext uri="{FF2B5EF4-FFF2-40B4-BE49-F238E27FC236}">
                <a16:creationId xmlns:a16="http://schemas.microsoft.com/office/drawing/2014/main" id="{22EF32F7-59FF-475E-953D-DA6183A359D7}"/>
              </a:ext>
            </a:extLst>
          </p:cNvPr>
          <p:cNvSpPr>
            <a:spLocks xmlns:a="http://schemas.openxmlformats.org/drawingml/2006/main" noGrp="1"/>
          </p:cNvSpPr>
          <p:nvPr/>
        </p:nvSpPr>
        <p:spPr>
          <a:xfrm xmlns:a="http://schemas.openxmlformats.org/drawingml/2006/main">
            <a:off x="685800" y="3409950"/>
            <a:ext cx="809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8FA1F3"/>
                </a:solidFill>
                <a:latin typeface="Arial"/>
                <a:ea typeface="Arial"/>
                <a:cs typeface="Arial"/>
              </a:defRPr>
            </a:defPPr>
            <a:lvl1pPr algn="l">
              <a:defRPr sz="2175" b="1">
                <a:solidFill>
                  <a:srgbClr val="8FA1F3"/>
                </a:solidFill>
                <a:latin typeface="Arial"/>
                <a:ea typeface="Arial"/>
                <a:cs typeface="Arial"/>
              </a:defRPr>
            </a:lvl1pPr>
            <a:lvl2pPr algn="l">
              <a:defRPr sz="2175" b="1">
                <a:solidFill>
                  <a:srgbClr val="8FA1F3"/>
                </a:solidFill>
                <a:latin typeface="Arial"/>
                <a:ea typeface="Arial"/>
                <a:cs typeface="Arial"/>
              </a:defRPr>
            </a:lvl2pPr>
            <a:lvl3pPr algn="l">
              <a:defRPr sz="2175" b="1">
                <a:solidFill>
                  <a:srgbClr val="8FA1F3"/>
                </a:solidFill>
                <a:latin typeface="Arial"/>
                <a:ea typeface="Arial"/>
                <a:cs typeface="Arial"/>
              </a:defRPr>
            </a:lvl3pPr>
            <a:lvl4pPr algn="l">
              <a:defRPr sz="2175" b="1">
                <a:solidFill>
                  <a:srgbClr val="8FA1F3"/>
                </a:solidFill>
                <a:latin typeface="Arial"/>
                <a:ea typeface="Arial"/>
                <a:cs typeface="Arial"/>
              </a:defRPr>
            </a:lvl4pPr>
            <a:lvl5pPr algn="l">
              <a:defRPr sz="2175" b="1">
                <a:solidFill>
                  <a:srgbClr val="8FA1F3"/>
                </a:solidFill>
                <a:latin typeface="Arial"/>
                <a:ea typeface="Arial"/>
                <a:cs typeface="Arial"/>
              </a:defRPr>
            </a:lvl5pPr>
            <a:lvl6pPr algn="l">
              <a:defRPr sz="2175" b="1">
                <a:solidFill>
                  <a:srgbClr val="8FA1F3"/>
                </a:solidFill>
                <a:latin typeface="Arial"/>
                <a:ea typeface="Arial"/>
                <a:cs typeface="Arial"/>
              </a:defRPr>
            </a:lvl6pPr>
            <a:lvl7pPr algn="l">
              <a:defRPr sz="2175" b="1">
                <a:solidFill>
                  <a:srgbClr val="8FA1F3"/>
                </a:solidFill>
                <a:latin typeface="Arial"/>
                <a:ea typeface="Arial"/>
                <a:cs typeface="Arial"/>
              </a:defRPr>
            </a:lvl7pPr>
            <a:lvl8pPr algn="l">
              <a:defRPr sz="2175" b="1">
                <a:solidFill>
                  <a:srgbClr val="8FA1F3"/>
                </a:solidFill>
                <a:latin typeface="Arial"/>
                <a:ea typeface="Arial"/>
                <a:cs typeface="Arial"/>
              </a:defRPr>
            </a:lvl8pPr>
            <a:lvl9pPr algn="l">
              <a:defRPr sz="2175" b="1">
                <a:solidFill>
                  <a:srgbClr val="8FA1F3"/>
                </a:solidFill>
                <a:latin typeface="Arial"/>
                <a:ea typeface="Arial"/>
                <a:cs typeface="Arial"/>
              </a:defRPr>
            </a:lvl9pPr>
          </a:lstStyle>
          <a:p xmlns:a="http://schemas.openxmlformats.org/drawingml/2006/main">
            <a:pPr algn="l">
              <a:defRPr sz="2175" b="1">
                <a:solidFill>
                  <a:srgbClr val="8FA1F3"/>
                </a:solidFill>
                <a:latin typeface="Arial"/>
                <a:ea typeface="Arial"/>
                <a:cs typeface="Arial"/>
              </a:defRPr>
            </a:pPr>
            <a:r>
              <a:rPr sz="2175" b="1">
                <a:solidFill>
                  <a:srgbClr val="8FA1F3"/>
                </a:solidFill>
                <a:latin typeface="Arial"/>
                <a:ea typeface="Arial"/>
                <a:cs typeface="Arial"/>
              </a:rPr>
              <a:t>02</a:t>
            </a:r>
          </a:p>
        </p:txBody>
      </p:sp>
      <p:sp>
        <p:nvSpPr>
          <p:cNvPr id="9" name="next-title-1">
            <a:extLst xmlns:a="http://schemas.openxmlformats.org/drawingml/2006/main">
              <a:ext uri="{FF2B5EF4-FFF2-40B4-BE49-F238E27FC236}">
                <a16:creationId xmlns:a16="http://schemas.microsoft.com/office/drawing/2014/main" id="{6A92D934-A1CB-4AA7-95E4-207454C15F2E}"/>
              </a:ext>
            </a:extLst>
          </p:cNvPr>
          <p:cNvSpPr>
            <a:spLocks xmlns:a="http://schemas.openxmlformats.org/drawingml/2006/main" noGrp="1"/>
          </p:cNvSpPr>
          <p:nvPr/>
        </p:nvSpPr>
        <p:spPr>
          <a:xfrm xmlns:a="http://schemas.openxmlformats.org/drawingml/2006/main">
            <a:off x="1866900" y="3409950"/>
            <a:ext cx="963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Validate the research habit</a:t>
            </a:r>
          </a:p>
        </p:txBody>
      </p:sp>
      <p:sp>
        <p:nvSpPr>
          <p:cNvPr id="10" name="next-copy-1">
            <a:extLst xmlns:a="http://schemas.openxmlformats.org/drawingml/2006/main">
              <a:ext uri="{FF2B5EF4-FFF2-40B4-BE49-F238E27FC236}">
                <a16:creationId xmlns:a16="http://schemas.microsoft.com/office/drawing/2014/main" id="{5CEA68DB-146A-4DFA-A1FC-27E961B0C6B7}"/>
              </a:ext>
            </a:extLst>
          </p:cNvPr>
          <p:cNvSpPr>
            <a:spLocks xmlns:a="http://schemas.openxmlformats.org/drawingml/2006/main" noGrp="1"/>
          </p:cNvSpPr>
          <p:nvPr/>
        </p:nvSpPr>
        <p:spPr>
          <a:xfrm xmlns:a="http://schemas.openxmlformats.org/drawingml/2006/main">
            <a:off x="1866900" y="39052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B9C6E9"/>
                </a:solidFill>
                <a:latin typeface="Arial"/>
                <a:ea typeface="Arial"/>
                <a:cs typeface="Arial"/>
              </a:defRPr>
            </a:defPPr>
            <a:lvl1pPr algn="l">
              <a:defRPr sz="1800" b="0">
                <a:solidFill>
                  <a:srgbClr val="B9C6E9"/>
                </a:solidFill>
                <a:latin typeface="Arial"/>
                <a:ea typeface="Arial"/>
                <a:cs typeface="Arial"/>
              </a:defRPr>
            </a:lvl1pPr>
            <a:lvl2pPr algn="l">
              <a:defRPr sz="1800" b="0">
                <a:solidFill>
                  <a:srgbClr val="B9C6E9"/>
                </a:solidFill>
                <a:latin typeface="Arial"/>
                <a:ea typeface="Arial"/>
                <a:cs typeface="Arial"/>
              </a:defRPr>
            </a:lvl2pPr>
            <a:lvl3pPr algn="l">
              <a:defRPr sz="1800" b="0">
                <a:solidFill>
                  <a:srgbClr val="B9C6E9"/>
                </a:solidFill>
                <a:latin typeface="Arial"/>
                <a:ea typeface="Arial"/>
                <a:cs typeface="Arial"/>
              </a:defRPr>
            </a:lvl3pPr>
            <a:lvl4pPr algn="l">
              <a:defRPr sz="1800" b="0">
                <a:solidFill>
                  <a:srgbClr val="B9C6E9"/>
                </a:solidFill>
                <a:latin typeface="Arial"/>
                <a:ea typeface="Arial"/>
                <a:cs typeface="Arial"/>
              </a:defRPr>
            </a:lvl4pPr>
            <a:lvl5pPr algn="l">
              <a:defRPr sz="1800" b="0">
                <a:solidFill>
                  <a:srgbClr val="B9C6E9"/>
                </a:solidFill>
                <a:latin typeface="Arial"/>
                <a:ea typeface="Arial"/>
                <a:cs typeface="Arial"/>
              </a:defRPr>
            </a:lvl5pPr>
            <a:lvl6pPr algn="l">
              <a:defRPr sz="1800" b="0">
                <a:solidFill>
                  <a:srgbClr val="B9C6E9"/>
                </a:solidFill>
                <a:latin typeface="Arial"/>
                <a:ea typeface="Arial"/>
                <a:cs typeface="Arial"/>
              </a:defRPr>
            </a:lvl6pPr>
            <a:lvl7pPr algn="l">
              <a:defRPr sz="1800" b="0">
                <a:solidFill>
                  <a:srgbClr val="B9C6E9"/>
                </a:solidFill>
                <a:latin typeface="Arial"/>
                <a:ea typeface="Arial"/>
                <a:cs typeface="Arial"/>
              </a:defRPr>
            </a:lvl7pPr>
            <a:lvl8pPr algn="l">
              <a:defRPr sz="1800" b="0">
                <a:solidFill>
                  <a:srgbClr val="B9C6E9"/>
                </a:solidFill>
                <a:latin typeface="Arial"/>
                <a:ea typeface="Arial"/>
                <a:cs typeface="Arial"/>
              </a:defRPr>
            </a:lvl8pPr>
            <a:lvl9pPr algn="l">
              <a:defRPr sz="1800" b="0">
                <a:solidFill>
                  <a:srgbClr val="B9C6E9"/>
                </a:solidFill>
                <a:latin typeface="Arial"/>
                <a:ea typeface="Arial"/>
                <a:cs typeface="Arial"/>
              </a:defRPr>
            </a:lvl9pPr>
          </a:lstStyle>
          <a:p xmlns:a="http://schemas.openxmlformats.org/drawingml/2006/main">
            <a:pPr algn="l">
              <a:defRPr sz="1800" b="0">
                <a:solidFill>
                  <a:srgbClr val="B9C6E9"/>
                </a:solidFill>
                <a:latin typeface="Arial"/>
                <a:ea typeface="Arial"/>
                <a:cs typeface="Arial"/>
              </a:defRPr>
            </a:pPr>
            <a:r>
              <a:rPr sz="1800" b="0">
                <a:solidFill>
                  <a:srgbClr val="B9C6E9"/>
                </a:solidFill>
                <a:latin typeface="Arial"/>
                <a:ea typeface="Arial"/>
                <a:cs typeface="Arial"/>
              </a:rPr>
              <a:t>Five observed users, countercase comprehension and paid-pilot interest.</a:t>
            </a:r>
          </a:p>
        </p:txBody>
      </p:sp>
      <p:sp>
        <p:nvSpPr>
          <p:cNvPr id="11" name="next-number-2">
            <a:extLst xmlns:a="http://schemas.openxmlformats.org/drawingml/2006/main">
              <a:ext uri="{FF2B5EF4-FFF2-40B4-BE49-F238E27FC236}">
                <a16:creationId xmlns:a16="http://schemas.microsoft.com/office/drawing/2014/main" id="{3110F9B3-F07F-4D0F-8BCB-02576283D8CB}"/>
              </a:ext>
            </a:extLst>
          </p:cNvPr>
          <p:cNvSpPr>
            <a:spLocks xmlns:a="http://schemas.openxmlformats.org/drawingml/2006/main" noGrp="1"/>
          </p:cNvSpPr>
          <p:nvPr/>
        </p:nvSpPr>
        <p:spPr>
          <a:xfrm xmlns:a="http://schemas.openxmlformats.org/drawingml/2006/main">
            <a:off x="685800" y="4486275"/>
            <a:ext cx="809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1">
                <a:solidFill>
                  <a:srgbClr val="8FA1F3"/>
                </a:solidFill>
                <a:latin typeface="Arial"/>
                <a:ea typeface="Arial"/>
                <a:cs typeface="Arial"/>
              </a:defRPr>
            </a:defPPr>
            <a:lvl1pPr algn="l">
              <a:defRPr sz="2175" b="1">
                <a:solidFill>
                  <a:srgbClr val="8FA1F3"/>
                </a:solidFill>
                <a:latin typeface="Arial"/>
                <a:ea typeface="Arial"/>
                <a:cs typeface="Arial"/>
              </a:defRPr>
            </a:lvl1pPr>
            <a:lvl2pPr algn="l">
              <a:defRPr sz="2175" b="1">
                <a:solidFill>
                  <a:srgbClr val="8FA1F3"/>
                </a:solidFill>
                <a:latin typeface="Arial"/>
                <a:ea typeface="Arial"/>
                <a:cs typeface="Arial"/>
              </a:defRPr>
            </a:lvl2pPr>
            <a:lvl3pPr algn="l">
              <a:defRPr sz="2175" b="1">
                <a:solidFill>
                  <a:srgbClr val="8FA1F3"/>
                </a:solidFill>
                <a:latin typeface="Arial"/>
                <a:ea typeface="Arial"/>
                <a:cs typeface="Arial"/>
              </a:defRPr>
            </a:lvl3pPr>
            <a:lvl4pPr algn="l">
              <a:defRPr sz="2175" b="1">
                <a:solidFill>
                  <a:srgbClr val="8FA1F3"/>
                </a:solidFill>
                <a:latin typeface="Arial"/>
                <a:ea typeface="Arial"/>
                <a:cs typeface="Arial"/>
              </a:defRPr>
            </a:lvl4pPr>
            <a:lvl5pPr algn="l">
              <a:defRPr sz="2175" b="1">
                <a:solidFill>
                  <a:srgbClr val="8FA1F3"/>
                </a:solidFill>
                <a:latin typeface="Arial"/>
                <a:ea typeface="Arial"/>
                <a:cs typeface="Arial"/>
              </a:defRPr>
            </a:lvl5pPr>
            <a:lvl6pPr algn="l">
              <a:defRPr sz="2175" b="1">
                <a:solidFill>
                  <a:srgbClr val="8FA1F3"/>
                </a:solidFill>
                <a:latin typeface="Arial"/>
                <a:ea typeface="Arial"/>
                <a:cs typeface="Arial"/>
              </a:defRPr>
            </a:lvl6pPr>
            <a:lvl7pPr algn="l">
              <a:defRPr sz="2175" b="1">
                <a:solidFill>
                  <a:srgbClr val="8FA1F3"/>
                </a:solidFill>
                <a:latin typeface="Arial"/>
                <a:ea typeface="Arial"/>
                <a:cs typeface="Arial"/>
              </a:defRPr>
            </a:lvl7pPr>
            <a:lvl8pPr algn="l">
              <a:defRPr sz="2175" b="1">
                <a:solidFill>
                  <a:srgbClr val="8FA1F3"/>
                </a:solidFill>
                <a:latin typeface="Arial"/>
                <a:ea typeface="Arial"/>
                <a:cs typeface="Arial"/>
              </a:defRPr>
            </a:lvl8pPr>
            <a:lvl9pPr algn="l">
              <a:defRPr sz="2175" b="1">
                <a:solidFill>
                  <a:srgbClr val="8FA1F3"/>
                </a:solidFill>
                <a:latin typeface="Arial"/>
                <a:ea typeface="Arial"/>
                <a:cs typeface="Arial"/>
              </a:defRPr>
            </a:lvl9pPr>
          </a:lstStyle>
          <a:p xmlns:a="http://schemas.openxmlformats.org/drawingml/2006/main">
            <a:pPr algn="l">
              <a:defRPr sz="2175" b="1">
                <a:solidFill>
                  <a:srgbClr val="8FA1F3"/>
                </a:solidFill>
                <a:latin typeface="Arial"/>
                <a:ea typeface="Arial"/>
                <a:cs typeface="Arial"/>
              </a:defRPr>
            </a:pPr>
            <a:r>
              <a:rPr sz="2175" b="1">
                <a:solidFill>
                  <a:srgbClr val="8FA1F3"/>
                </a:solidFill>
                <a:latin typeface="Arial"/>
                <a:ea typeface="Arial"/>
                <a:cs typeface="Arial"/>
              </a:rPr>
              <a:t>03</a:t>
            </a:r>
          </a:p>
        </p:txBody>
      </p:sp>
      <p:sp>
        <p:nvSpPr>
          <p:cNvPr id="12" name="next-title-2">
            <a:extLst xmlns:a="http://schemas.openxmlformats.org/drawingml/2006/main">
              <a:ext uri="{FF2B5EF4-FFF2-40B4-BE49-F238E27FC236}">
                <a16:creationId xmlns:a16="http://schemas.microsoft.com/office/drawing/2014/main" id="{88CA6271-E7EE-4B9F-B371-0894EAD95C4C}"/>
              </a:ext>
            </a:extLst>
          </p:cNvPr>
          <p:cNvSpPr>
            <a:spLocks xmlns:a="http://schemas.openxmlformats.org/drawingml/2006/main" noGrp="1"/>
          </p:cNvSpPr>
          <p:nvPr/>
        </p:nvSpPr>
        <p:spPr>
          <a:xfrm xmlns:a="http://schemas.openxmlformats.org/drawingml/2006/main">
            <a:off x="1866900" y="4486275"/>
            <a:ext cx="963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Earn launch readiness</a:t>
            </a:r>
          </a:p>
        </p:txBody>
      </p:sp>
      <p:sp>
        <p:nvSpPr>
          <p:cNvPr id="13" name="next-copy-2">
            <a:extLst xmlns:a="http://schemas.openxmlformats.org/drawingml/2006/main">
              <a:ext uri="{FF2B5EF4-FFF2-40B4-BE49-F238E27FC236}">
                <a16:creationId xmlns:a16="http://schemas.microsoft.com/office/drawing/2014/main" id="{4F8F13C8-EF08-4AF3-998D-FE3ECE8CB72E}"/>
              </a:ext>
            </a:extLst>
          </p:cNvPr>
          <p:cNvSpPr>
            <a:spLocks xmlns:a="http://schemas.openxmlformats.org/drawingml/2006/main" noGrp="1"/>
          </p:cNvSpPr>
          <p:nvPr/>
        </p:nvSpPr>
        <p:spPr>
          <a:xfrm xmlns:a="http://schemas.openxmlformats.org/drawingml/2006/main">
            <a:off x="1866900" y="498157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B9C6E9"/>
                </a:solidFill>
                <a:latin typeface="Arial"/>
                <a:ea typeface="Arial"/>
                <a:cs typeface="Arial"/>
              </a:defRPr>
            </a:defPPr>
            <a:lvl1pPr algn="l">
              <a:defRPr sz="1800" b="0">
                <a:solidFill>
                  <a:srgbClr val="B9C6E9"/>
                </a:solidFill>
                <a:latin typeface="Arial"/>
                <a:ea typeface="Arial"/>
                <a:cs typeface="Arial"/>
              </a:defRPr>
            </a:lvl1pPr>
            <a:lvl2pPr algn="l">
              <a:defRPr sz="1800" b="0">
                <a:solidFill>
                  <a:srgbClr val="B9C6E9"/>
                </a:solidFill>
                <a:latin typeface="Arial"/>
                <a:ea typeface="Arial"/>
                <a:cs typeface="Arial"/>
              </a:defRPr>
            </a:lvl2pPr>
            <a:lvl3pPr algn="l">
              <a:defRPr sz="1800" b="0">
                <a:solidFill>
                  <a:srgbClr val="B9C6E9"/>
                </a:solidFill>
                <a:latin typeface="Arial"/>
                <a:ea typeface="Arial"/>
                <a:cs typeface="Arial"/>
              </a:defRPr>
            </a:lvl3pPr>
            <a:lvl4pPr algn="l">
              <a:defRPr sz="1800" b="0">
                <a:solidFill>
                  <a:srgbClr val="B9C6E9"/>
                </a:solidFill>
                <a:latin typeface="Arial"/>
                <a:ea typeface="Arial"/>
                <a:cs typeface="Arial"/>
              </a:defRPr>
            </a:lvl4pPr>
            <a:lvl5pPr algn="l">
              <a:defRPr sz="1800" b="0">
                <a:solidFill>
                  <a:srgbClr val="B9C6E9"/>
                </a:solidFill>
                <a:latin typeface="Arial"/>
                <a:ea typeface="Arial"/>
                <a:cs typeface="Arial"/>
              </a:defRPr>
            </a:lvl5pPr>
            <a:lvl6pPr algn="l">
              <a:defRPr sz="1800" b="0">
                <a:solidFill>
                  <a:srgbClr val="B9C6E9"/>
                </a:solidFill>
                <a:latin typeface="Arial"/>
                <a:ea typeface="Arial"/>
                <a:cs typeface="Arial"/>
              </a:defRPr>
            </a:lvl6pPr>
            <a:lvl7pPr algn="l">
              <a:defRPr sz="1800" b="0">
                <a:solidFill>
                  <a:srgbClr val="B9C6E9"/>
                </a:solidFill>
                <a:latin typeface="Arial"/>
                <a:ea typeface="Arial"/>
                <a:cs typeface="Arial"/>
              </a:defRPr>
            </a:lvl7pPr>
            <a:lvl8pPr algn="l">
              <a:defRPr sz="1800" b="0">
                <a:solidFill>
                  <a:srgbClr val="B9C6E9"/>
                </a:solidFill>
                <a:latin typeface="Arial"/>
                <a:ea typeface="Arial"/>
                <a:cs typeface="Arial"/>
              </a:defRPr>
            </a:lvl8pPr>
            <a:lvl9pPr algn="l">
              <a:defRPr sz="1800" b="0">
                <a:solidFill>
                  <a:srgbClr val="B9C6E9"/>
                </a:solidFill>
                <a:latin typeface="Arial"/>
                <a:ea typeface="Arial"/>
                <a:cs typeface="Arial"/>
              </a:defRPr>
            </a:lvl9pPr>
          </a:lstStyle>
          <a:p xmlns:a="http://schemas.openxmlformats.org/drawingml/2006/main">
            <a:pPr algn="l">
              <a:defRPr sz="1800" b="0">
                <a:solidFill>
                  <a:srgbClr val="B9C6E9"/>
                </a:solidFill>
                <a:latin typeface="Arial"/>
                <a:ea typeface="Arial"/>
                <a:cs typeface="Arial"/>
              </a:defRPr>
            </a:pPr>
            <a:r>
              <a:rPr sz="1800" b="0">
                <a:solidFill>
                  <a:srgbClr val="B9C6E9"/>
                </a:solidFill>
                <a:latin typeface="Arial"/>
                <a:ea typeface="Arial"/>
                <a:cs typeface="Arial"/>
              </a:rPr>
              <a:t>Security review, monitoring, backups and jurisdiction-specific review.</a:t>
            </a:r>
          </a:p>
        </p:txBody>
      </p:sp>
      <p:sp>
        <p:nvSpPr>
          <p:cNvPr id="14" name="credit">
            <a:extLst xmlns:a="http://schemas.openxmlformats.org/drawingml/2006/main">
              <a:ext uri="{FF2B5EF4-FFF2-40B4-BE49-F238E27FC236}">
                <a16:creationId xmlns:a16="http://schemas.microsoft.com/office/drawing/2014/main" id="{EEFB8851-3C85-4878-95DA-654F050E345F}"/>
              </a:ext>
            </a:extLst>
          </p:cNvPr>
          <p:cNvSpPr>
            <a:spLocks xmlns:a="http://schemas.openxmlformats.org/drawingml/2006/main" noGrp="1"/>
          </p:cNvSpPr>
          <p:nvPr/>
        </p:nvSpPr>
        <p:spPr>
          <a:xfrm xmlns:a="http://schemas.openxmlformats.org/drawingml/2006/main">
            <a:off x="685800" y="60198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B9C6E9"/>
                </a:solidFill>
                <a:latin typeface="Arial"/>
                <a:ea typeface="Arial"/>
                <a:cs typeface="Arial"/>
              </a:defRPr>
            </a:defPPr>
            <a:lvl1pPr algn="l">
              <a:defRPr sz="1650" b="0">
                <a:solidFill>
                  <a:srgbClr val="B9C6E9"/>
                </a:solidFill>
                <a:latin typeface="Arial"/>
                <a:ea typeface="Arial"/>
                <a:cs typeface="Arial"/>
              </a:defRPr>
            </a:lvl1pPr>
            <a:lvl2pPr algn="l">
              <a:defRPr sz="1650" b="0">
                <a:solidFill>
                  <a:srgbClr val="B9C6E9"/>
                </a:solidFill>
                <a:latin typeface="Arial"/>
                <a:ea typeface="Arial"/>
                <a:cs typeface="Arial"/>
              </a:defRPr>
            </a:lvl2pPr>
            <a:lvl3pPr algn="l">
              <a:defRPr sz="1650" b="0">
                <a:solidFill>
                  <a:srgbClr val="B9C6E9"/>
                </a:solidFill>
                <a:latin typeface="Arial"/>
                <a:ea typeface="Arial"/>
                <a:cs typeface="Arial"/>
              </a:defRPr>
            </a:lvl3pPr>
            <a:lvl4pPr algn="l">
              <a:defRPr sz="1650" b="0">
                <a:solidFill>
                  <a:srgbClr val="B9C6E9"/>
                </a:solidFill>
                <a:latin typeface="Arial"/>
                <a:ea typeface="Arial"/>
                <a:cs typeface="Arial"/>
              </a:defRPr>
            </a:lvl4pPr>
            <a:lvl5pPr algn="l">
              <a:defRPr sz="1650" b="0">
                <a:solidFill>
                  <a:srgbClr val="B9C6E9"/>
                </a:solidFill>
                <a:latin typeface="Arial"/>
                <a:ea typeface="Arial"/>
                <a:cs typeface="Arial"/>
              </a:defRPr>
            </a:lvl5pPr>
            <a:lvl6pPr algn="l">
              <a:defRPr sz="1650" b="0">
                <a:solidFill>
                  <a:srgbClr val="B9C6E9"/>
                </a:solidFill>
                <a:latin typeface="Arial"/>
                <a:ea typeface="Arial"/>
                <a:cs typeface="Arial"/>
              </a:defRPr>
            </a:lvl6pPr>
            <a:lvl7pPr algn="l">
              <a:defRPr sz="1650" b="0">
                <a:solidFill>
                  <a:srgbClr val="B9C6E9"/>
                </a:solidFill>
                <a:latin typeface="Arial"/>
                <a:ea typeface="Arial"/>
                <a:cs typeface="Arial"/>
              </a:defRPr>
            </a:lvl7pPr>
            <a:lvl8pPr algn="l">
              <a:defRPr sz="1650" b="0">
                <a:solidFill>
                  <a:srgbClr val="B9C6E9"/>
                </a:solidFill>
                <a:latin typeface="Arial"/>
                <a:ea typeface="Arial"/>
                <a:cs typeface="Arial"/>
              </a:defRPr>
            </a:lvl8pPr>
            <a:lvl9pPr algn="l">
              <a:defRPr sz="1650" b="0">
                <a:solidFill>
                  <a:srgbClr val="B9C6E9"/>
                </a:solidFill>
                <a:latin typeface="Arial"/>
                <a:ea typeface="Arial"/>
                <a:cs typeface="Arial"/>
              </a:defRPr>
            </a:lvl9pPr>
          </a:lstStyle>
          <a:p xmlns:a="http://schemas.openxmlformats.org/drawingml/2006/main">
            <a:pPr algn="l">
              <a:defRPr sz="1650" b="0">
                <a:solidFill>
                  <a:srgbClr val="B9C6E9"/>
                </a:solidFill>
                <a:latin typeface="Arial"/>
                <a:ea typeface="Arial"/>
                <a:cs typeface="Arial"/>
              </a:defRPr>
            </a:pPr>
            <a:r>
              <a:rPr sz="1650" b="0">
                <a:solidFill>
                  <a:srgbClr val="B9C6E9"/>
                </a:solidFill>
                <a:latin typeface="Arial"/>
                <a:ea typeface="Arial"/>
                <a:cs typeface="Arial"/>
              </a:rPr>
              <a:t>Built by Shivam Gupta with AI-assisted engineering</a:t>
            </a:r>
          </a:p>
        </p:txBody>
      </p:sp>
    </p:spTree>
    <p:extLst>
      <p:ext uri="{BB962C8B-B14F-4D97-AF65-F5344CB8AC3E}">
        <p14:creationId xmlns:p14="http://schemas.microsoft.com/office/powerpoint/2010/main" val="5090363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2026-10-27T05:40:36.3830000Z</dcterms:created>
  <dcterms:modified xsi:type="dcterms:W3CDTF">2026-10-27T05:40:36.3830000Z</dcterms:modified>
</coreProperties>
</file>