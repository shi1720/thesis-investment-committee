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d63f62609e40eb" /><Relationship Type="http://schemas.openxmlformats.org/officeDocument/2006/relationships/extended-properties" Target="/docProps/app.xml" Id="Ra97e9acc4d1f44d8" /><Relationship Type="http://schemas.openxmlformats.org/officeDocument/2006/relationships/officeDocument" Target="/ppt/presentation.xml" Id="R5ec8cc6e582340da" /></Relationships>
</file>

<file path=ppt/presentation.xml><?xml version="1.0" encoding="utf-8"?>
<p:presentation xmlns:p="http://schemas.openxmlformats.org/presentationml/2006/main">
  <p:sldMasterIdLst>
    <p:sldMasterId xmlns:r="http://schemas.openxmlformats.org/officeDocument/2006/relationships" id="2147483648" r:id="R87bf96fb45224e73"/>
  </p:sldMasterIdLst>
  <p:notesMasterIdLst>
    <p:notesMasterId xmlns:r="http://schemas.openxmlformats.org/officeDocument/2006/relationships" r:id="R336accbf41654943"/>
  </p:notesMasterIdLst>
  <p:sldIdLst>
    <p:sldId xmlns:r="http://schemas.openxmlformats.org/officeDocument/2006/relationships" id="256" r:id="R730d92cfcc4e4724"/>
    <p:sldId xmlns:r="http://schemas.openxmlformats.org/officeDocument/2006/relationships" id="257" r:id="Rf77db3cbcaf54301"/>
    <p:sldId xmlns:r="http://schemas.openxmlformats.org/officeDocument/2006/relationships" id="258" r:id="Rbb8e7d67037147b9"/>
    <p:sldId xmlns:r="http://schemas.openxmlformats.org/officeDocument/2006/relationships" id="259" r:id="Rd8db1688ca62426a"/>
    <p:sldId xmlns:r="http://schemas.openxmlformats.org/officeDocument/2006/relationships" id="260" r:id="R7fb9e7bb6f374553"/>
    <p:sldId xmlns:r="http://schemas.openxmlformats.org/officeDocument/2006/relationships" id="261" r:id="R568c7a52818644df"/>
    <p:sldId xmlns:r="http://schemas.openxmlformats.org/officeDocument/2006/relationships" id="262" r:id="Rd750a49897554fac"/>
    <p:sldId xmlns:r="http://schemas.openxmlformats.org/officeDocument/2006/relationships" id="263" r:id="Re628db75ae424c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468ef064af4589" /><Relationship Type="http://schemas.openxmlformats.org/officeDocument/2006/relationships/slideMaster" Target="/ppt/slideMasters/slideMaster1.xml" Id="R87bf96fb45224e73" /><Relationship Type="http://schemas.openxmlformats.org/officeDocument/2006/relationships/notesMaster" Target="/ppt/notesMasters/notesMaster1.xml" Id="R336accbf41654943" /><Relationship Type="http://schemas.openxmlformats.org/officeDocument/2006/relationships/presProps" Target="/ppt/presProps.xml" Id="R5c08a64d316a4561" /><Relationship Type="http://schemas.openxmlformats.org/officeDocument/2006/relationships/tableStyles" Target="/ppt/tableStyles.xml" Id="R8e9a0e4ca07c42b5" /><Relationship Type="http://schemas.openxmlformats.org/officeDocument/2006/relationships/slide" Target="/ppt/slides/slide1.xml" Id="R730d92cfcc4e4724" /><Relationship Type="http://schemas.openxmlformats.org/officeDocument/2006/relationships/slide" Target="/ppt/slides/slide2.xml" Id="Rf77db3cbcaf54301" /><Relationship Type="http://schemas.openxmlformats.org/officeDocument/2006/relationships/slide" Target="/ppt/slides/slide3.xml" Id="Rbb8e7d67037147b9" /><Relationship Type="http://schemas.openxmlformats.org/officeDocument/2006/relationships/slide" Target="/ppt/slides/slide4.xml" Id="Rd8db1688ca62426a" /><Relationship Type="http://schemas.openxmlformats.org/officeDocument/2006/relationships/slide" Target="/ppt/slides/slide5.xml" Id="R7fb9e7bb6f374553" /><Relationship Type="http://schemas.openxmlformats.org/officeDocument/2006/relationships/slide" Target="/ppt/slides/slide6.xml" Id="R568c7a52818644df" /><Relationship Type="http://schemas.openxmlformats.org/officeDocument/2006/relationships/slide" Target="/ppt/slides/slide7.xml" Id="Rd750a49897554fac" /><Relationship Type="http://schemas.openxmlformats.org/officeDocument/2006/relationships/slide" Target="/ppt/slides/slide8.xml" Id="Re628db75ae424c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6b4255b0c84f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bc84812fcd45dd" /><Relationship Type="http://schemas.openxmlformats.org/officeDocument/2006/relationships/notesMaster" Target="/ppt/notesMasters/notesMaster1.xml" Id="R4767a3ba3f8041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e4ba9ca74e457a" /><Relationship Type="http://schemas.openxmlformats.org/officeDocument/2006/relationships/notesMaster" Target="/ppt/notesMasters/notesMaster1.xml" Id="R675574367a8344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4fb21a60304d93" /><Relationship Type="http://schemas.openxmlformats.org/officeDocument/2006/relationships/notesMaster" Target="/ppt/notesMasters/notesMaster1.xml" Id="Rdb26288029a74a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3ce904bf04bc7" /><Relationship Type="http://schemas.openxmlformats.org/officeDocument/2006/relationships/notesMaster" Target="/ppt/notesMasters/notesMaster1.xml" Id="R15c1c06751a94a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a6d7d9dfd34ef9" /><Relationship Type="http://schemas.openxmlformats.org/officeDocument/2006/relationships/notesMaster" Target="/ppt/notesMasters/notesMaster1.xml" Id="Re53a45becca04e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25762726484506" /><Relationship Type="http://schemas.openxmlformats.org/officeDocument/2006/relationships/notesMaster" Target="/ppt/notesMasters/notesMaster1.xml" Id="R4558e29f357641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d9174c62bc4218" /><Relationship Type="http://schemas.openxmlformats.org/officeDocument/2006/relationships/notesMaster" Target="/ppt/notesMasters/notesMaster1.xml" Id="R613192d7a1cf42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69eda52bb94f51" /><Relationship Type="http://schemas.openxmlformats.org/officeDocument/2006/relationships/notesMaster" Target="/ppt/notesMasters/notesMaster1.xml" Id="R04b61a3dbdd64f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Thesis is a personal research project, not a commercial launch or trade-execution service. The deck covers the actual implemented workflow and explicitly distinguishes dated public financial snapshots, user-entered examples, observed source data and future monitoring work. Product: https://thesis-investing.web.app. Source: https://github.com/shi1720/thesis-investment-committee.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problem and intended user, not a market-size or adoption claim. Thesis supports research and human decisions. Current reviews are initiated by the user. Automatic notifications are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user inputs entered into the actual hosted application: USD10,000 lump sum, India residence, home goal,24-month firm deadline, balanced comfort,20% volatility and10% loss tolerance. The optional50/50India/US preference governs only any equity portion, not the entire budget. No emergency reserve amount supplied. Tolerances do not guarantee losses or future risk. Source: actual browser capture and retained job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deterministic planner result for the example, not a stock recommendation or an investment guarantee. Exact conservation:0USD risk assets +10,000USD reserve =10,000USD total. A conditional plan does not claim that every deposit is accessible, insured or appropriate. The optional six-role AI critique is not configured in this captured workspace. The separate connected source audit is shown later. Sources: server/platform/planning.ts,lib/finance/allocation.ts and hosted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ledger example is illustrative user input, not a real holding, broker order or current share price. Zero fee and exact200USD cost basis were verified on the hosted application. Live valuation and P&amp;L were unavailable without a separate entitled quote API. TradingView chart was actually rendered and verified; widget data does not feed AI, risk calculations or P&amp;L. Sources: hosted captures08b and09,server/platform/portfolio.ts,quote-observations.ts.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Connected source-review workflow. Dated actual source envelopes are owner-scoped, hashed, staged and queried through Zetaris before consumption. Code plans available source coverage and missing inputs. Nightshift serves the actual NVIDIA Nemotron Mini model for one bounded source-risk countercheck. Deterministic validation retains control of listing identity, source dates, missing quotes/history and the final readiness decision. H-MEM recalls short historical user decision context, explicitly separate from current evidence. No independent model diversity or investment approval is claimed. Sources: server/platform/source-review.ts,zetaris-layer.ts,memory.ts and retained execution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map. NVIDIA concrete model: local-runtime/nemotron-mini-4b-instruct-q4-k-m, through the Nightshift gateway. One source-risk countercheck per review, with at most one bounded repair. Zetaris API512m and Spark driver1g run with the normally admitted model, Postgres and no UI container. No memory-admission override. The operator machine and temporary authenticated tunnel must remain available; no uptime guarantee. Native personal model routes are optional and require user keys/credits. Firestore stores app state; Zetaris supplies the financial observation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personal project, with no commercial launch planned. Current user-triggered source reviews do not provide scheduled monitoring, trade execution or guaranteed investment outcomes. GDELT news source was unavailable during current hosted capture and no generated headlines replaced it. Actual SEC financial snapshots are dated, not fresh live quotes. Some model providers require user keys and funded accounts. Repository declares preexisting components, AI assistance, setup and testing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420fd757d848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21fef64e334f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e5555f0fc041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6801b397cd4e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bf606479c543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bc4db31f87847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845A08-6F05-4B35-A639-DE16AB5C90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E13B43-DD82-486C-AB79-E244B94975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0AE927-B830-4065-8ECF-30A6B0334B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AE4F23-A1A7-4425-8D24-B3D15458D3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5B1A64-CAD8-49D2-B383-9614F10239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EBE372-F6EE-4FA4-A00A-90B3584B89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BA9B75-D92D-4719-904B-E7CB335F95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AFC1B9-B88E-4DC2-85E5-5A7A3E137F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EE5ADA-CBDB-46E7-88EC-E2F5A4DE86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5B0572-1DF2-407F-837D-2DBBC05BAA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6fa6d22d604802" /><Relationship Type="http://schemas.openxmlformats.org/officeDocument/2006/relationships/slideLayout" Target="/ppt/slideLayouts/slideLayout1.xml" Id="Rfd5e8bfb943246f7" /><Relationship Type="http://schemas.openxmlformats.org/officeDocument/2006/relationships/slideLayout" Target="/ppt/slideLayouts/slideLayout2.xml" Id="R3c4dde7349e144e6" /><Relationship Type="http://schemas.openxmlformats.org/officeDocument/2006/relationships/slideLayout" Target="/ppt/slideLayouts/slideLayout3.xml" Id="Raafdfd562125488e" /><Relationship Type="http://schemas.openxmlformats.org/officeDocument/2006/relationships/slideLayout" Target="/ppt/slideLayouts/slideLayout4.xml" Id="Rda16b9e0e1b34f2e" /><Relationship Type="http://schemas.openxmlformats.org/officeDocument/2006/relationships/slideLayout" Target="/ppt/slideLayouts/slideLayout5.xml" Id="R908639b2eac64c00" /><Relationship Type="http://schemas.openxmlformats.org/officeDocument/2006/relationships/slideLayout" Target="/ppt/slideLayouts/slideLayout6.xml" Id="Re5de332930e74a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e8bfb943246f7"/>
    <p:sldLayoutId xmlns:r="http://schemas.openxmlformats.org/officeDocument/2006/relationships" id="2147483650" r:id="R3c4dde7349e144e6"/>
    <p:sldLayoutId xmlns:r="http://schemas.openxmlformats.org/officeDocument/2006/relationships" id="2147483651" r:id="Raafdfd562125488e"/>
    <p:sldLayoutId xmlns:r="http://schemas.openxmlformats.org/officeDocument/2006/relationships" id="2147483652" r:id="Rda16b9e0e1b34f2e"/>
    <p:sldLayoutId xmlns:r="http://schemas.openxmlformats.org/officeDocument/2006/relationships" id="2147483653" r:id="R908639b2eac64c00"/>
    <p:sldLayoutId xmlns:r="http://schemas.openxmlformats.org/officeDocument/2006/relationships" id="2147483654" r:id="Re5de332930e74a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277677a18f43c2" /><Relationship Type="http://schemas.openxmlformats.org/officeDocument/2006/relationships/notesSlide" Target="/ppt/notesSlides/notesSlide1.xml" Id="Rcf2d63ae32394f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dc66bf5c474038" /><Relationship Type="http://schemas.openxmlformats.org/officeDocument/2006/relationships/notesSlide" Target="/ppt/notesSlides/notesSlide2.xml" Id="R539146094810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249e629e194e60" /><Relationship Type="http://schemas.openxmlformats.org/officeDocument/2006/relationships/image" Target="/ppt/media/image.jpeg" Id="R321f20c151134072" /><Relationship Type="http://schemas.openxmlformats.org/officeDocument/2006/relationships/notesSlide" Target="/ppt/notesSlides/notesSlide3.xml" Id="R3a1a4e54b6e44f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065d8b96b444e7" /><Relationship Type="http://schemas.openxmlformats.org/officeDocument/2006/relationships/image" Target="/ppt/media/image2.jpeg" Id="Rfb66b63fb4244a57" /><Relationship Type="http://schemas.openxmlformats.org/officeDocument/2006/relationships/notesSlide" Target="/ppt/notesSlides/notesSlide4.xml" Id="R7e27cffcc72e4f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12d66a5c714195" /><Relationship Type="http://schemas.openxmlformats.org/officeDocument/2006/relationships/image" Target="/ppt/media/image3.jpeg" Id="R19964f8434d14f5b" /><Relationship Type="http://schemas.openxmlformats.org/officeDocument/2006/relationships/notesSlide" Target="/ppt/notesSlides/notesSlide5.xml" Id="Rea74ef4a26a343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420a60b1ae4ffd" /><Relationship Type="http://schemas.openxmlformats.org/officeDocument/2006/relationships/notesSlide" Target="/ppt/notesSlides/notesSlide6.xml" Id="Rb7f12ed96f224c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551f2beb57430c" /><Relationship Type="http://schemas.openxmlformats.org/officeDocument/2006/relationships/notesSlide" Target="/ppt/notesSlides/notesSlide7.xml" Id="R84404581bce34f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684c6765dd44c6" /><Relationship Type="http://schemas.openxmlformats.org/officeDocument/2006/relationships/notesSlide" Target="/ppt/notesSlides/notesSlide8.xml" Id="Rf85756c24eb44a0a" /></Relationships>
</file>

<file path=ppt/slides/slide1.xml><?xml version="1.0" encoding="utf-8"?>
<p:sld xmlns:p="http://schemas.openxmlformats.org/presentationml/2006/main">
  <p:cSld>
    <p:bg>
      <p:bgPr>
        <a:solidFill xmlns:a="http://schemas.openxmlformats.org/drawingml/2006/main">
          <a:srgbClr val="101C35"/>
        </a:solidFill>
      </p:bgPr>
    </p:bg>
    <p:spTree>
      <p:nvGrpSpPr>
        <p:cNvPr id="1" name=""/>
        <p:cNvGrpSpPr/>
        <p:nvPr/>
      </p:nvGrpSpPr>
      <p:grpSpPr>
        <a:xfrm xmlns:a="http://schemas.openxmlformats.org/drawingml/2006/main"/>
      </p:grpSpPr>
      <p:sp>
        <p:nvSpPr>
          <p:cNvPr id="2" name="brand">
            <a:extLst xmlns:a="http://schemas.openxmlformats.org/drawingml/2006/main">
              <a:ext uri="{FF2B5EF4-FFF2-40B4-BE49-F238E27FC236}">
                <a16:creationId xmlns:a16="http://schemas.microsoft.com/office/drawing/2014/main" id="{6E3CB2A8-CCF3-43F3-83FE-A4ACBA089D19}"/>
              </a:ext>
            </a:extLst>
          </p:cNvPr>
          <p:cNvSpPr>
            <a:spLocks xmlns:a="http://schemas.openxmlformats.org/drawingml/2006/main" noGrp="1"/>
          </p:cNvSpPr>
          <p:nvPr/>
        </p:nvSpPr>
        <p:spPr>
          <a:xfrm xmlns:a="http://schemas.openxmlformats.org/drawingml/2006/main">
            <a:off x="685800" y="619125"/>
            <a:ext cx="1009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6600" b="1">
                <a:solidFill>
                  <a:srgbClr val="FFFFFF"/>
                </a:solidFill>
                <a:latin typeface="Arial"/>
                <a:ea typeface="Arial"/>
                <a:cs typeface="Arial"/>
              </a:defRPr>
            </a:defPPr>
            <a:lvl1pPr>
              <a:defRPr sz="6600" b="1">
                <a:solidFill>
                  <a:srgbClr val="FFFFFF"/>
                </a:solidFill>
                <a:latin typeface="Arial"/>
                <a:ea typeface="Arial"/>
                <a:cs typeface="Arial"/>
              </a:defRPr>
            </a:lvl1pPr>
            <a:lvl2pPr>
              <a:defRPr sz="6600" b="1">
                <a:solidFill>
                  <a:srgbClr val="FFFFFF"/>
                </a:solidFill>
                <a:latin typeface="Arial"/>
                <a:ea typeface="Arial"/>
                <a:cs typeface="Arial"/>
              </a:defRPr>
            </a:lvl2pPr>
            <a:lvl3pPr>
              <a:defRPr sz="6600" b="1">
                <a:solidFill>
                  <a:srgbClr val="FFFFFF"/>
                </a:solidFill>
                <a:latin typeface="Arial"/>
                <a:ea typeface="Arial"/>
                <a:cs typeface="Arial"/>
              </a:defRPr>
            </a:lvl3pPr>
            <a:lvl4pPr>
              <a:defRPr sz="6600" b="1">
                <a:solidFill>
                  <a:srgbClr val="FFFFFF"/>
                </a:solidFill>
                <a:latin typeface="Arial"/>
                <a:ea typeface="Arial"/>
                <a:cs typeface="Arial"/>
              </a:defRPr>
            </a:lvl4pPr>
            <a:lvl5pPr>
              <a:defRPr sz="6600" b="1">
                <a:solidFill>
                  <a:srgbClr val="FFFFFF"/>
                </a:solidFill>
                <a:latin typeface="Arial"/>
                <a:ea typeface="Arial"/>
                <a:cs typeface="Arial"/>
              </a:defRPr>
            </a:lvl5pPr>
            <a:lvl6pPr>
              <a:defRPr sz="6600" b="1">
                <a:solidFill>
                  <a:srgbClr val="FFFFFF"/>
                </a:solidFill>
                <a:latin typeface="Arial"/>
                <a:ea typeface="Arial"/>
                <a:cs typeface="Arial"/>
              </a:defRPr>
            </a:lvl6pPr>
            <a:lvl7pPr>
              <a:defRPr sz="6600" b="1">
                <a:solidFill>
                  <a:srgbClr val="FFFFFF"/>
                </a:solidFill>
                <a:latin typeface="Arial"/>
                <a:ea typeface="Arial"/>
                <a:cs typeface="Arial"/>
              </a:defRPr>
            </a:lvl7pPr>
            <a:lvl8pPr>
              <a:defRPr sz="6600" b="1">
                <a:solidFill>
                  <a:srgbClr val="FFFFFF"/>
                </a:solidFill>
                <a:latin typeface="Arial"/>
                <a:ea typeface="Arial"/>
                <a:cs typeface="Arial"/>
              </a:defRPr>
            </a:lvl8pPr>
            <a:lvl9pPr>
              <a:defRPr sz="6600" b="1">
                <a:solidFill>
                  <a:srgbClr val="FFFFFF"/>
                </a:solidFill>
                <a:latin typeface="Arial"/>
                <a:ea typeface="Arial"/>
                <a:cs typeface="Arial"/>
              </a:defRPr>
            </a:lvl9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thesis.</a:t>
            </a:r>
          </a:p>
        </p:txBody>
      </p:sp>
      <p:sp>
        <p:nvSpPr>
          <p:cNvPr id="3" name="title">
            <a:extLst xmlns:a="http://schemas.openxmlformats.org/drawingml/2006/main">
              <a:ext uri="{FF2B5EF4-FFF2-40B4-BE49-F238E27FC236}">
                <a16:creationId xmlns:a16="http://schemas.microsoft.com/office/drawing/2014/main" id="{6C1A32EF-BF45-4683-898C-F8AE67385C02}"/>
              </a:ext>
            </a:extLst>
          </p:cNvPr>
          <p:cNvSpPr>
            <a:spLocks xmlns:a="http://schemas.openxmlformats.org/drawingml/2006/main" noGrp="1"/>
          </p:cNvSpPr>
          <p:nvPr/>
        </p:nvSpPr>
        <p:spPr>
          <a:xfrm xmlns:a="http://schemas.openxmlformats.org/drawingml/2006/main">
            <a:off x="723900" y="2305050"/>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A second look at</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your investments</a:t>
            </a:r>
          </a:p>
        </p:txBody>
      </p:sp>
      <p:sp>
        <p:nvSpPr>
          <p:cNvPr id="4" name="subtitle">
            <a:extLst xmlns:a="http://schemas.openxmlformats.org/drawingml/2006/main">
              <a:ext uri="{FF2B5EF4-FFF2-40B4-BE49-F238E27FC236}">
                <a16:creationId xmlns:a16="http://schemas.microsoft.com/office/drawing/2014/main" id="{2F25D94C-4306-4090-A9A2-E96E27997DEC}"/>
              </a:ext>
            </a:extLst>
          </p:cNvPr>
          <p:cNvSpPr>
            <a:spLocks xmlns:a="http://schemas.openxmlformats.org/drawingml/2006/main" noGrp="1"/>
          </p:cNvSpPr>
          <p:nvPr/>
        </p:nvSpPr>
        <p:spPr>
          <a:xfrm xmlns:a="http://schemas.openxmlformats.org/drawingml/2006/main">
            <a:off x="742950" y="438150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B9C6E9"/>
                </a:solidFill>
                <a:latin typeface="Arial"/>
                <a:ea typeface="Arial"/>
                <a:cs typeface="Arial"/>
              </a:defRPr>
            </a:defPPr>
            <a:lvl1pPr>
              <a:defRPr sz="2100" b="0">
                <a:solidFill>
                  <a:srgbClr val="B9C6E9"/>
                </a:solidFill>
                <a:latin typeface="Arial"/>
                <a:ea typeface="Arial"/>
                <a:cs typeface="Arial"/>
              </a:defRPr>
            </a:lvl1pPr>
            <a:lvl2pPr>
              <a:defRPr sz="2100" b="0">
                <a:solidFill>
                  <a:srgbClr val="B9C6E9"/>
                </a:solidFill>
                <a:latin typeface="Arial"/>
                <a:ea typeface="Arial"/>
                <a:cs typeface="Arial"/>
              </a:defRPr>
            </a:lvl2pPr>
            <a:lvl3pPr>
              <a:defRPr sz="2100" b="0">
                <a:solidFill>
                  <a:srgbClr val="B9C6E9"/>
                </a:solidFill>
                <a:latin typeface="Arial"/>
                <a:ea typeface="Arial"/>
                <a:cs typeface="Arial"/>
              </a:defRPr>
            </a:lvl3pPr>
            <a:lvl4pPr>
              <a:defRPr sz="2100" b="0">
                <a:solidFill>
                  <a:srgbClr val="B9C6E9"/>
                </a:solidFill>
                <a:latin typeface="Arial"/>
                <a:ea typeface="Arial"/>
                <a:cs typeface="Arial"/>
              </a:defRPr>
            </a:lvl4pPr>
            <a:lvl5pPr>
              <a:defRPr sz="2100" b="0">
                <a:solidFill>
                  <a:srgbClr val="B9C6E9"/>
                </a:solidFill>
                <a:latin typeface="Arial"/>
                <a:ea typeface="Arial"/>
                <a:cs typeface="Arial"/>
              </a:defRPr>
            </a:lvl5pPr>
            <a:lvl6pPr>
              <a:defRPr sz="2100" b="0">
                <a:solidFill>
                  <a:srgbClr val="B9C6E9"/>
                </a:solidFill>
                <a:latin typeface="Arial"/>
                <a:ea typeface="Arial"/>
                <a:cs typeface="Arial"/>
              </a:defRPr>
            </a:lvl6pPr>
            <a:lvl7pPr>
              <a:defRPr sz="2100" b="0">
                <a:solidFill>
                  <a:srgbClr val="B9C6E9"/>
                </a:solidFill>
                <a:latin typeface="Arial"/>
                <a:ea typeface="Arial"/>
                <a:cs typeface="Arial"/>
              </a:defRPr>
            </a:lvl7pPr>
            <a:lvl8pPr>
              <a:defRPr sz="2100" b="0">
                <a:solidFill>
                  <a:srgbClr val="B9C6E9"/>
                </a:solidFill>
                <a:latin typeface="Arial"/>
                <a:ea typeface="Arial"/>
                <a:cs typeface="Arial"/>
              </a:defRPr>
            </a:lvl8pPr>
            <a:lvl9pPr>
              <a:defRPr sz="2100" b="0">
                <a:solidFill>
                  <a:srgbClr val="B9C6E9"/>
                </a:solidFill>
                <a:latin typeface="Arial"/>
                <a:ea typeface="Arial"/>
                <a:cs typeface="Arial"/>
              </a:defRPr>
            </a:lvl9pPr>
          </a:lstStyle>
          <a:p xmlns:a="http://schemas.openxmlformats.org/drawingml/2006/main">
            <a:pPr>
              <a:defRPr sz="2100" b="0">
                <a:solidFill>
                  <a:srgbClr val="B9C6E9"/>
                </a:solidFill>
                <a:latin typeface="Arial"/>
                <a:ea typeface="Arial"/>
                <a:cs typeface="Arial"/>
              </a:defRPr>
            </a:pPr>
            <a:r>
              <a:rPr sz="2100" b="0">
                <a:solidFill>
                  <a:srgbClr val="B9C6E9"/>
                </a:solidFill>
                <a:latin typeface="Arial"/>
                <a:ea typeface="Arial"/>
                <a:cs typeface="Arial"/>
              </a:rPr>
              <a:t>Personal investment research, goal planning and portfolio review</a:t>
            </a:r>
          </a:p>
        </p:txBody>
      </p:sp>
      <p:sp>
        <p:nvSpPr>
          <p:cNvPr id="5" name="creator">
            <a:extLst xmlns:a="http://schemas.openxmlformats.org/drawingml/2006/main">
              <a:ext uri="{FF2B5EF4-FFF2-40B4-BE49-F238E27FC236}">
                <a16:creationId xmlns:a16="http://schemas.microsoft.com/office/drawing/2014/main" id="{9594D3CC-CFE0-4825-BB7A-C317FCB06460}"/>
              </a:ext>
            </a:extLst>
          </p:cNvPr>
          <p:cNvSpPr>
            <a:spLocks xmlns:a="http://schemas.openxmlformats.org/drawingml/2006/main" noGrp="1"/>
          </p:cNvSpPr>
          <p:nvPr/>
        </p:nvSpPr>
        <p:spPr>
          <a:xfrm xmlns:a="http://schemas.openxmlformats.org/drawingml/2006/main">
            <a:off x="742950" y="5962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9CADCF"/>
                </a:solidFill>
                <a:latin typeface="Arial"/>
                <a:ea typeface="Arial"/>
                <a:cs typeface="Arial"/>
              </a:defRPr>
            </a:defPPr>
            <a:lvl1pPr>
              <a:defRPr sz="1425" b="0">
                <a:solidFill>
                  <a:srgbClr val="9CADCF"/>
                </a:solidFill>
                <a:latin typeface="Arial"/>
                <a:ea typeface="Arial"/>
                <a:cs typeface="Arial"/>
              </a:defRPr>
            </a:lvl1pPr>
            <a:lvl2pPr>
              <a:defRPr sz="1425" b="0">
                <a:solidFill>
                  <a:srgbClr val="9CADCF"/>
                </a:solidFill>
                <a:latin typeface="Arial"/>
                <a:ea typeface="Arial"/>
                <a:cs typeface="Arial"/>
              </a:defRPr>
            </a:lvl2pPr>
            <a:lvl3pPr>
              <a:defRPr sz="1425" b="0">
                <a:solidFill>
                  <a:srgbClr val="9CADCF"/>
                </a:solidFill>
                <a:latin typeface="Arial"/>
                <a:ea typeface="Arial"/>
                <a:cs typeface="Arial"/>
              </a:defRPr>
            </a:lvl3pPr>
            <a:lvl4pPr>
              <a:defRPr sz="1425" b="0">
                <a:solidFill>
                  <a:srgbClr val="9CADCF"/>
                </a:solidFill>
                <a:latin typeface="Arial"/>
                <a:ea typeface="Arial"/>
                <a:cs typeface="Arial"/>
              </a:defRPr>
            </a:lvl4pPr>
            <a:lvl5pPr>
              <a:defRPr sz="1425" b="0">
                <a:solidFill>
                  <a:srgbClr val="9CADCF"/>
                </a:solidFill>
                <a:latin typeface="Arial"/>
                <a:ea typeface="Arial"/>
                <a:cs typeface="Arial"/>
              </a:defRPr>
            </a:lvl5pPr>
            <a:lvl6pPr>
              <a:defRPr sz="1425" b="0">
                <a:solidFill>
                  <a:srgbClr val="9CADCF"/>
                </a:solidFill>
                <a:latin typeface="Arial"/>
                <a:ea typeface="Arial"/>
                <a:cs typeface="Arial"/>
              </a:defRPr>
            </a:lvl6pPr>
            <a:lvl7pPr>
              <a:defRPr sz="1425" b="0">
                <a:solidFill>
                  <a:srgbClr val="9CADCF"/>
                </a:solidFill>
                <a:latin typeface="Arial"/>
                <a:ea typeface="Arial"/>
                <a:cs typeface="Arial"/>
              </a:defRPr>
            </a:lvl7pPr>
            <a:lvl8pPr>
              <a:defRPr sz="1425" b="0">
                <a:solidFill>
                  <a:srgbClr val="9CADCF"/>
                </a:solidFill>
                <a:latin typeface="Arial"/>
                <a:ea typeface="Arial"/>
                <a:cs typeface="Arial"/>
              </a:defRPr>
            </a:lvl8pPr>
            <a:lvl9pPr>
              <a:defRPr sz="1425" b="0">
                <a:solidFill>
                  <a:srgbClr val="9CADCF"/>
                </a:solidFill>
                <a:latin typeface="Arial"/>
                <a:ea typeface="Arial"/>
                <a:cs typeface="Arial"/>
              </a:defRPr>
            </a:lvl9pPr>
          </a:lstStyle>
          <a:p xmlns:a="http://schemas.openxmlformats.org/drawingml/2006/main">
            <a:pPr>
              <a:defRPr sz="1425" b="0">
                <a:solidFill>
                  <a:srgbClr val="9CADCF"/>
                </a:solidFill>
                <a:latin typeface="Arial"/>
                <a:ea typeface="Arial"/>
                <a:cs typeface="Arial"/>
              </a:defRPr>
            </a:pPr>
            <a:r>
              <a:rPr sz="1425" b="0">
                <a:solidFill>
                  <a:srgbClr val="9CADCF"/>
                </a:solidFill>
                <a:latin typeface="Arial"/>
                <a:ea typeface="Arial"/>
                <a:cs typeface="Arial"/>
              </a:rPr>
              <a:t>Shivam Gupta · October 2026</a:t>
            </a:r>
          </a:p>
        </p:txBody>
      </p:sp>
      <p:sp>
        <p:nvSpPr>
          <p:cNvPr id="6" name="website">
            <a:extLst xmlns:a="http://schemas.openxmlformats.org/drawingml/2006/main">
              <a:ext uri="{FF2B5EF4-FFF2-40B4-BE49-F238E27FC236}">
                <a16:creationId xmlns:a16="http://schemas.microsoft.com/office/drawing/2014/main" id="{81EFA55B-57A5-42AF-AD31-0D052937BF0C}"/>
              </a:ext>
            </a:extLst>
          </p:cNvPr>
          <p:cNvSpPr>
            <a:spLocks xmlns:a="http://schemas.openxmlformats.org/drawingml/2006/main" noGrp="1"/>
          </p:cNvSpPr>
          <p:nvPr/>
        </p:nvSpPr>
        <p:spPr>
          <a:xfrm xmlns:a="http://schemas.openxmlformats.org/drawingml/2006/main">
            <a:off x="7810500" y="5962650"/>
            <a:ext cx="3667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A9B9FF"/>
                </a:solidFill>
                <a:latin typeface="Arial"/>
                <a:ea typeface="Arial"/>
                <a:cs typeface="Arial"/>
              </a:defRPr>
            </a:defPPr>
            <a:lvl1pPr>
              <a:defRPr sz="1575" b="0">
                <a:solidFill>
                  <a:srgbClr val="A9B9FF"/>
                </a:solidFill>
                <a:latin typeface="Arial"/>
                <a:ea typeface="Arial"/>
                <a:cs typeface="Arial"/>
              </a:defRPr>
            </a:lvl1pPr>
            <a:lvl2pPr>
              <a:defRPr sz="1575" b="0">
                <a:solidFill>
                  <a:srgbClr val="A9B9FF"/>
                </a:solidFill>
                <a:latin typeface="Arial"/>
                <a:ea typeface="Arial"/>
                <a:cs typeface="Arial"/>
              </a:defRPr>
            </a:lvl2pPr>
            <a:lvl3pPr>
              <a:defRPr sz="1575" b="0">
                <a:solidFill>
                  <a:srgbClr val="A9B9FF"/>
                </a:solidFill>
                <a:latin typeface="Arial"/>
                <a:ea typeface="Arial"/>
                <a:cs typeface="Arial"/>
              </a:defRPr>
            </a:lvl3pPr>
            <a:lvl4pPr>
              <a:defRPr sz="1575" b="0">
                <a:solidFill>
                  <a:srgbClr val="A9B9FF"/>
                </a:solidFill>
                <a:latin typeface="Arial"/>
                <a:ea typeface="Arial"/>
                <a:cs typeface="Arial"/>
              </a:defRPr>
            </a:lvl4pPr>
            <a:lvl5pPr>
              <a:defRPr sz="1575" b="0">
                <a:solidFill>
                  <a:srgbClr val="A9B9FF"/>
                </a:solidFill>
                <a:latin typeface="Arial"/>
                <a:ea typeface="Arial"/>
                <a:cs typeface="Arial"/>
              </a:defRPr>
            </a:lvl5pPr>
            <a:lvl6pPr>
              <a:defRPr sz="1575" b="0">
                <a:solidFill>
                  <a:srgbClr val="A9B9FF"/>
                </a:solidFill>
                <a:latin typeface="Arial"/>
                <a:ea typeface="Arial"/>
                <a:cs typeface="Arial"/>
              </a:defRPr>
            </a:lvl6pPr>
            <a:lvl7pPr>
              <a:defRPr sz="1575" b="0">
                <a:solidFill>
                  <a:srgbClr val="A9B9FF"/>
                </a:solidFill>
                <a:latin typeface="Arial"/>
                <a:ea typeface="Arial"/>
                <a:cs typeface="Arial"/>
              </a:defRPr>
            </a:lvl7pPr>
            <a:lvl8pPr>
              <a:defRPr sz="1575" b="0">
                <a:solidFill>
                  <a:srgbClr val="A9B9FF"/>
                </a:solidFill>
                <a:latin typeface="Arial"/>
                <a:ea typeface="Arial"/>
                <a:cs typeface="Arial"/>
              </a:defRPr>
            </a:lvl8pPr>
            <a:lvl9pPr>
              <a:defRPr sz="1575" b="0">
                <a:solidFill>
                  <a:srgbClr val="A9B9FF"/>
                </a:solidFill>
                <a:latin typeface="Arial"/>
                <a:ea typeface="Arial"/>
                <a:cs typeface="Arial"/>
              </a:defRPr>
            </a:lvl9pPr>
          </a:lstStyle>
          <a:p xmlns:a="http://schemas.openxmlformats.org/drawingml/2006/main">
            <a:pPr>
              <a:defRPr sz="1575" b="0">
                <a:solidFill>
                  <a:srgbClr val="A9B9FF"/>
                </a:solidFill>
                <a:latin typeface="Arial"/>
                <a:ea typeface="Arial"/>
                <a:cs typeface="Arial"/>
              </a:defRPr>
            </a:pPr>
            <a:r>
              <a:rPr sz="1575" b="0">
                <a:solidFill>
                  <a:srgbClr val="A9B9FF"/>
                </a:solidFill>
                <a:latin typeface="Arial"/>
                <a:ea typeface="Arial"/>
                <a:cs typeface="Arial"/>
              </a:rPr>
              <a:t>thesis-investing.web.app</a:t>
            </a:r>
          </a:p>
        </p:txBody>
      </p:sp>
    </p:spTree>
    <p:extLst>
      <p:ext uri="{BB962C8B-B14F-4D97-AF65-F5344CB8AC3E}">
        <p14:creationId xmlns:p14="http://schemas.microsoft.com/office/powerpoint/2010/main" val="75869527"/>
      </p:ext>
    </p:extLst>
  </p:cSld>
</p:sld>
</file>

<file path=ppt/slides/slide2.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013E1073-81D0-40D9-99FD-5AB33A48F308}"/>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20304E"/>
                </a:solidFill>
                <a:latin typeface="Arial"/>
                <a:ea typeface="Arial"/>
                <a:cs typeface="Arial"/>
              </a:defRPr>
            </a:defPPr>
            <a:lvl1pPr>
              <a:defRPr sz="3225" b="1">
                <a:solidFill>
                  <a:srgbClr val="20304E"/>
                </a:solidFill>
                <a:latin typeface="Arial"/>
                <a:ea typeface="Arial"/>
                <a:cs typeface="Arial"/>
              </a:defRPr>
            </a:lvl1pPr>
            <a:lvl2pPr>
              <a:defRPr sz="3225" b="1">
                <a:solidFill>
                  <a:srgbClr val="20304E"/>
                </a:solidFill>
                <a:latin typeface="Arial"/>
                <a:ea typeface="Arial"/>
                <a:cs typeface="Arial"/>
              </a:defRPr>
            </a:lvl2pPr>
            <a:lvl3pPr>
              <a:defRPr sz="3225" b="1">
                <a:solidFill>
                  <a:srgbClr val="20304E"/>
                </a:solidFill>
                <a:latin typeface="Arial"/>
                <a:ea typeface="Arial"/>
                <a:cs typeface="Arial"/>
              </a:defRPr>
            </a:lvl3pPr>
            <a:lvl4pPr>
              <a:defRPr sz="3225" b="1">
                <a:solidFill>
                  <a:srgbClr val="20304E"/>
                </a:solidFill>
                <a:latin typeface="Arial"/>
                <a:ea typeface="Arial"/>
                <a:cs typeface="Arial"/>
              </a:defRPr>
            </a:lvl4pPr>
            <a:lvl5pPr>
              <a:defRPr sz="3225" b="1">
                <a:solidFill>
                  <a:srgbClr val="20304E"/>
                </a:solidFill>
                <a:latin typeface="Arial"/>
                <a:ea typeface="Arial"/>
                <a:cs typeface="Arial"/>
              </a:defRPr>
            </a:lvl5pPr>
            <a:lvl6pPr>
              <a:defRPr sz="3225" b="1">
                <a:solidFill>
                  <a:srgbClr val="20304E"/>
                </a:solidFill>
                <a:latin typeface="Arial"/>
                <a:ea typeface="Arial"/>
                <a:cs typeface="Arial"/>
              </a:defRPr>
            </a:lvl6pPr>
            <a:lvl7pPr>
              <a:defRPr sz="3225" b="1">
                <a:solidFill>
                  <a:srgbClr val="20304E"/>
                </a:solidFill>
                <a:latin typeface="Arial"/>
                <a:ea typeface="Arial"/>
                <a:cs typeface="Arial"/>
              </a:defRPr>
            </a:lvl7pPr>
            <a:lvl8pPr>
              <a:defRPr sz="3225" b="1">
                <a:solidFill>
                  <a:srgbClr val="20304E"/>
                </a:solidFill>
                <a:latin typeface="Arial"/>
                <a:ea typeface="Arial"/>
                <a:cs typeface="Arial"/>
              </a:defRPr>
            </a:lvl8pPr>
            <a:lvl9pPr>
              <a:defRPr sz="3225" b="1">
                <a:solidFill>
                  <a:srgbClr val="20304E"/>
                </a:solidFill>
                <a:latin typeface="Arial"/>
                <a:ea typeface="Arial"/>
                <a:cs typeface="Arial"/>
              </a:defRPr>
            </a:lvl9pPr>
          </a:lstStyle>
          <a:p xmlns:a="http://schemas.openxmlformats.org/drawingml/2006/main">
            <a:pPr>
              <a:defRPr sz="3225" b="1">
                <a:solidFill>
                  <a:srgbClr val="20304E"/>
                </a:solidFill>
                <a:latin typeface="Arial"/>
                <a:ea typeface="Arial"/>
                <a:cs typeface="Arial"/>
              </a:defRPr>
            </a:pPr>
            <a:r>
              <a:rPr sz="3225" b="1">
                <a:solidFill>
                  <a:srgbClr val="20304E"/>
                </a:solidFill>
                <a:latin typeface="Arial"/>
                <a:ea typeface="Arial"/>
                <a:cs typeface="Arial"/>
              </a:rPr>
              <a:t>An investing decision outlives the first stock tip</a:t>
            </a:r>
          </a:p>
        </p:txBody>
      </p:sp>
      <p:sp>
        <p:nvSpPr>
          <p:cNvPr id="3" name="accent">
            <a:extLst xmlns:a="http://schemas.openxmlformats.org/drawingml/2006/main">
              <a:ext uri="{FF2B5EF4-FFF2-40B4-BE49-F238E27FC236}">
                <a16:creationId xmlns:a16="http://schemas.microsoft.com/office/drawing/2014/main" id="{DC476D37-15FA-4A95-9173-F485B47C3B69}"/>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4" name="folio">
            <a:extLst xmlns:a="http://schemas.openxmlformats.org/drawingml/2006/main">
              <a:ext uri="{FF2B5EF4-FFF2-40B4-BE49-F238E27FC236}">
                <a16:creationId xmlns:a16="http://schemas.microsoft.com/office/drawing/2014/main" id="{BBEE7978-1EF9-43AA-BC47-AA3AABD57E0D}"/>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E6D86"/>
                </a:solidFill>
                <a:latin typeface="Arial"/>
                <a:ea typeface="Arial"/>
                <a:cs typeface="Arial"/>
              </a:defRPr>
            </a:defPPr>
            <a:lvl1pPr>
              <a:defRPr sz="1050" b="0">
                <a:solidFill>
                  <a:srgbClr val="5E6D86"/>
                </a:solidFill>
                <a:latin typeface="Arial"/>
                <a:ea typeface="Arial"/>
                <a:cs typeface="Arial"/>
              </a:defRPr>
            </a:lvl1pPr>
            <a:lvl2pPr>
              <a:defRPr sz="1050" b="0">
                <a:solidFill>
                  <a:srgbClr val="5E6D86"/>
                </a:solidFill>
                <a:latin typeface="Arial"/>
                <a:ea typeface="Arial"/>
                <a:cs typeface="Arial"/>
              </a:defRPr>
            </a:lvl2pPr>
            <a:lvl3pPr>
              <a:defRPr sz="1050" b="0">
                <a:solidFill>
                  <a:srgbClr val="5E6D86"/>
                </a:solidFill>
                <a:latin typeface="Arial"/>
                <a:ea typeface="Arial"/>
                <a:cs typeface="Arial"/>
              </a:defRPr>
            </a:lvl3pPr>
            <a:lvl4pPr>
              <a:defRPr sz="1050" b="0">
                <a:solidFill>
                  <a:srgbClr val="5E6D86"/>
                </a:solidFill>
                <a:latin typeface="Arial"/>
                <a:ea typeface="Arial"/>
                <a:cs typeface="Arial"/>
              </a:defRPr>
            </a:lvl4pPr>
            <a:lvl5pPr>
              <a:defRPr sz="1050" b="0">
                <a:solidFill>
                  <a:srgbClr val="5E6D86"/>
                </a:solidFill>
                <a:latin typeface="Arial"/>
                <a:ea typeface="Arial"/>
                <a:cs typeface="Arial"/>
              </a:defRPr>
            </a:lvl5pPr>
            <a:lvl6pPr>
              <a:defRPr sz="1050" b="0">
                <a:solidFill>
                  <a:srgbClr val="5E6D86"/>
                </a:solidFill>
                <a:latin typeface="Arial"/>
                <a:ea typeface="Arial"/>
                <a:cs typeface="Arial"/>
              </a:defRPr>
            </a:lvl6pPr>
            <a:lvl7pPr>
              <a:defRPr sz="1050" b="0">
                <a:solidFill>
                  <a:srgbClr val="5E6D86"/>
                </a:solidFill>
                <a:latin typeface="Arial"/>
                <a:ea typeface="Arial"/>
                <a:cs typeface="Arial"/>
              </a:defRPr>
            </a:lvl7pPr>
            <a:lvl8pPr>
              <a:defRPr sz="1050" b="0">
                <a:solidFill>
                  <a:srgbClr val="5E6D86"/>
                </a:solidFill>
                <a:latin typeface="Arial"/>
                <a:ea typeface="Arial"/>
                <a:cs typeface="Arial"/>
              </a:defRPr>
            </a:lvl8pPr>
            <a:lvl9pPr>
              <a:defRPr sz="1050" b="0">
                <a:solidFill>
                  <a:srgbClr val="5E6D86"/>
                </a:solidFill>
                <a:latin typeface="Arial"/>
                <a:ea typeface="Arial"/>
                <a:cs typeface="Arial"/>
              </a:defRPr>
            </a:lvl9pPr>
          </a:lstStyle>
          <a:p xmlns:a="http://schemas.openxmlformats.org/drawingml/2006/main">
            <a:pPr>
              <a:defRPr sz="1050" b="0">
                <a:solidFill>
                  <a:srgbClr val="5E6D86"/>
                </a:solidFill>
                <a:latin typeface="Arial"/>
                <a:ea typeface="Arial"/>
                <a:cs typeface="Arial"/>
              </a:defRPr>
            </a:pPr>
            <a:r>
              <a:rPr sz="1050" b="0">
                <a:solidFill>
                  <a:srgbClr val="5E6D86"/>
                </a:solidFill>
                <a:latin typeface="Arial"/>
                <a:ea typeface="Arial"/>
                <a:cs typeface="Arial"/>
              </a:rPr>
              <a:t>02</a:t>
            </a:r>
          </a:p>
        </p:txBody>
      </p:sp>
      <p:sp>
        <p:nvSpPr>
          <p:cNvPr id="5" name="number0">
            <a:extLst xmlns:a="http://schemas.openxmlformats.org/drawingml/2006/main">
              <a:ext uri="{FF2B5EF4-FFF2-40B4-BE49-F238E27FC236}">
                <a16:creationId xmlns:a16="http://schemas.microsoft.com/office/drawing/2014/main" id="{22E6D87A-B4CF-4ABF-8C03-A8CD977A9E69}"/>
              </a:ext>
            </a:extLst>
          </p:cNvPr>
          <p:cNvSpPr>
            <a:spLocks xmlns:a="http://schemas.openxmlformats.org/drawingml/2006/main" noGrp="1"/>
          </p:cNvSpPr>
          <p:nvPr/>
        </p:nvSpPr>
        <p:spPr>
          <a:xfrm xmlns:a="http://schemas.openxmlformats.org/drawingml/2006/main">
            <a:off x="609600" y="21431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4359E8"/>
                </a:solidFill>
                <a:latin typeface="Arial"/>
                <a:ea typeface="Arial"/>
                <a:cs typeface="Arial"/>
              </a:defRPr>
            </a:defPPr>
            <a:lvl1pPr>
              <a:defRPr sz="2400" b="1">
                <a:solidFill>
                  <a:srgbClr val="4359E8"/>
                </a:solidFill>
                <a:latin typeface="Arial"/>
                <a:ea typeface="Arial"/>
                <a:cs typeface="Arial"/>
              </a:defRPr>
            </a:lvl1pPr>
            <a:lvl2pPr>
              <a:defRPr sz="2400" b="1">
                <a:solidFill>
                  <a:srgbClr val="4359E8"/>
                </a:solidFill>
                <a:latin typeface="Arial"/>
                <a:ea typeface="Arial"/>
                <a:cs typeface="Arial"/>
              </a:defRPr>
            </a:lvl2pPr>
            <a:lvl3pPr>
              <a:defRPr sz="2400" b="1">
                <a:solidFill>
                  <a:srgbClr val="4359E8"/>
                </a:solidFill>
                <a:latin typeface="Arial"/>
                <a:ea typeface="Arial"/>
                <a:cs typeface="Arial"/>
              </a:defRPr>
            </a:lvl3pPr>
            <a:lvl4pPr>
              <a:defRPr sz="2400" b="1">
                <a:solidFill>
                  <a:srgbClr val="4359E8"/>
                </a:solidFill>
                <a:latin typeface="Arial"/>
                <a:ea typeface="Arial"/>
                <a:cs typeface="Arial"/>
              </a:defRPr>
            </a:lvl4pPr>
            <a:lvl5pPr>
              <a:defRPr sz="2400" b="1">
                <a:solidFill>
                  <a:srgbClr val="4359E8"/>
                </a:solidFill>
                <a:latin typeface="Arial"/>
                <a:ea typeface="Arial"/>
                <a:cs typeface="Arial"/>
              </a:defRPr>
            </a:lvl5pPr>
            <a:lvl6pPr>
              <a:defRPr sz="2400" b="1">
                <a:solidFill>
                  <a:srgbClr val="4359E8"/>
                </a:solidFill>
                <a:latin typeface="Arial"/>
                <a:ea typeface="Arial"/>
                <a:cs typeface="Arial"/>
              </a:defRPr>
            </a:lvl6pPr>
            <a:lvl7pPr>
              <a:defRPr sz="2400" b="1">
                <a:solidFill>
                  <a:srgbClr val="4359E8"/>
                </a:solidFill>
                <a:latin typeface="Arial"/>
                <a:ea typeface="Arial"/>
                <a:cs typeface="Arial"/>
              </a:defRPr>
            </a:lvl7pPr>
            <a:lvl8pPr>
              <a:defRPr sz="2400" b="1">
                <a:solidFill>
                  <a:srgbClr val="4359E8"/>
                </a:solidFill>
                <a:latin typeface="Arial"/>
                <a:ea typeface="Arial"/>
                <a:cs typeface="Arial"/>
              </a:defRPr>
            </a:lvl8pPr>
            <a:lvl9pPr>
              <a:defRPr sz="2400" b="1">
                <a:solidFill>
                  <a:srgbClr val="4359E8"/>
                </a:solidFill>
                <a:latin typeface="Arial"/>
                <a:ea typeface="Arial"/>
                <a:cs typeface="Arial"/>
              </a:defRPr>
            </a:lvl9pPr>
          </a:lstStyle>
          <a:p xmlns:a="http://schemas.openxmlformats.org/drawingml/2006/main">
            <a:pPr>
              <a:defRPr sz="2400" b="1">
                <a:solidFill>
                  <a:srgbClr val="4359E8"/>
                </a:solidFill>
                <a:latin typeface="Arial"/>
                <a:ea typeface="Arial"/>
                <a:cs typeface="Arial"/>
              </a:defRPr>
            </a:pPr>
            <a:r>
              <a:rPr sz="2400" b="1">
                <a:solidFill>
                  <a:srgbClr val="4359E8"/>
                </a:solidFill>
                <a:latin typeface="Arial"/>
                <a:ea typeface="Arial"/>
                <a:cs typeface="Arial"/>
              </a:rPr>
              <a:t>01</a:t>
            </a:r>
          </a:p>
        </p:txBody>
      </p:sp>
      <p:sp>
        <p:nvSpPr>
          <p:cNvPr id="6" name="label0">
            <a:extLst xmlns:a="http://schemas.openxmlformats.org/drawingml/2006/main">
              <a:ext uri="{FF2B5EF4-FFF2-40B4-BE49-F238E27FC236}">
                <a16:creationId xmlns:a16="http://schemas.microsoft.com/office/drawing/2014/main" id="{9F7A270D-F359-4678-919F-7DA700D1F309}"/>
              </a:ext>
            </a:extLst>
          </p:cNvPr>
          <p:cNvSpPr>
            <a:spLocks xmlns:a="http://schemas.openxmlformats.org/drawingml/2006/main" noGrp="1"/>
          </p:cNvSpPr>
          <p:nvPr/>
        </p:nvSpPr>
        <p:spPr>
          <a:xfrm xmlns:a="http://schemas.openxmlformats.org/drawingml/2006/main">
            <a:off x="1571625" y="214312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20304E"/>
                </a:solidFill>
                <a:latin typeface="Arial"/>
                <a:ea typeface="Arial"/>
                <a:cs typeface="Arial"/>
              </a:defRPr>
            </a:defPPr>
            <a:lvl1pPr>
              <a:defRPr sz="2175" b="1">
                <a:solidFill>
                  <a:srgbClr val="20304E"/>
                </a:solidFill>
                <a:latin typeface="Arial"/>
                <a:ea typeface="Arial"/>
                <a:cs typeface="Arial"/>
              </a:defRPr>
            </a:lvl1pPr>
            <a:lvl2pPr>
              <a:defRPr sz="2175" b="1">
                <a:solidFill>
                  <a:srgbClr val="20304E"/>
                </a:solidFill>
                <a:latin typeface="Arial"/>
                <a:ea typeface="Arial"/>
                <a:cs typeface="Arial"/>
              </a:defRPr>
            </a:lvl2pPr>
            <a:lvl3pPr>
              <a:defRPr sz="2175" b="1">
                <a:solidFill>
                  <a:srgbClr val="20304E"/>
                </a:solidFill>
                <a:latin typeface="Arial"/>
                <a:ea typeface="Arial"/>
                <a:cs typeface="Arial"/>
              </a:defRPr>
            </a:lvl3pPr>
            <a:lvl4pPr>
              <a:defRPr sz="2175" b="1">
                <a:solidFill>
                  <a:srgbClr val="20304E"/>
                </a:solidFill>
                <a:latin typeface="Arial"/>
                <a:ea typeface="Arial"/>
                <a:cs typeface="Arial"/>
              </a:defRPr>
            </a:lvl4pPr>
            <a:lvl5pPr>
              <a:defRPr sz="2175" b="1">
                <a:solidFill>
                  <a:srgbClr val="20304E"/>
                </a:solidFill>
                <a:latin typeface="Arial"/>
                <a:ea typeface="Arial"/>
                <a:cs typeface="Arial"/>
              </a:defRPr>
            </a:lvl5pPr>
            <a:lvl6pPr>
              <a:defRPr sz="2175" b="1">
                <a:solidFill>
                  <a:srgbClr val="20304E"/>
                </a:solidFill>
                <a:latin typeface="Arial"/>
                <a:ea typeface="Arial"/>
                <a:cs typeface="Arial"/>
              </a:defRPr>
            </a:lvl6pPr>
            <a:lvl7pPr>
              <a:defRPr sz="2175" b="1">
                <a:solidFill>
                  <a:srgbClr val="20304E"/>
                </a:solidFill>
                <a:latin typeface="Arial"/>
                <a:ea typeface="Arial"/>
                <a:cs typeface="Arial"/>
              </a:defRPr>
            </a:lvl7pPr>
            <a:lvl8pPr>
              <a:defRPr sz="2175" b="1">
                <a:solidFill>
                  <a:srgbClr val="20304E"/>
                </a:solidFill>
                <a:latin typeface="Arial"/>
                <a:ea typeface="Arial"/>
                <a:cs typeface="Arial"/>
              </a:defRPr>
            </a:lvl8pPr>
            <a:lvl9pPr>
              <a:defRPr sz="2175" b="1">
                <a:solidFill>
                  <a:srgbClr val="20304E"/>
                </a:solidFill>
                <a:latin typeface="Arial"/>
                <a:ea typeface="Arial"/>
                <a:cs typeface="Arial"/>
              </a:defRPr>
            </a:lvl9pPr>
          </a:lstStyle>
          <a:p xmlns:a="http://schemas.openxmlformats.org/drawingml/2006/main">
            <a:pPr>
              <a:defRPr sz="2175" b="1">
                <a:solidFill>
                  <a:srgbClr val="20304E"/>
                </a:solidFill>
                <a:latin typeface="Arial"/>
                <a:ea typeface="Arial"/>
                <a:cs typeface="Arial"/>
              </a:defRPr>
            </a:pPr>
            <a:r>
              <a:rPr sz="2175" b="1">
                <a:solidFill>
                  <a:srgbClr val="20304E"/>
                </a:solidFill>
                <a:latin typeface="Arial"/>
                <a:ea typeface="Arial"/>
                <a:cs typeface="Arial"/>
              </a:rPr>
              <a:t>The goal</a:t>
            </a:r>
          </a:p>
        </p:txBody>
      </p:sp>
      <p:sp>
        <p:nvSpPr>
          <p:cNvPr id="7" name="body0">
            <a:extLst xmlns:a="http://schemas.openxmlformats.org/drawingml/2006/main">
              <a:ext uri="{FF2B5EF4-FFF2-40B4-BE49-F238E27FC236}">
                <a16:creationId xmlns:a16="http://schemas.microsoft.com/office/drawing/2014/main" id="{9373E2A6-281F-4B09-824B-8C8B0F988157}"/>
              </a:ext>
            </a:extLst>
          </p:cNvPr>
          <p:cNvSpPr>
            <a:spLocks xmlns:a="http://schemas.openxmlformats.org/drawingml/2006/main" noGrp="1"/>
          </p:cNvSpPr>
          <p:nvPr/>
        </p:nvSpPr>
        <p:spPr>
          <a:xfrm xmlns:a="http://schemas.openxmlformats.org/drawingml/2006/main">
            <a:off x="4286250" y="2143125"/>
            <a:ext cx="709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E6D86"/>
                </a:solidFill>
                <a:latin typeface="Arial"/>
                <a:ea typeface="Arial"/>
                <a:cs typeface="Arial"/>
              </a:defRPr>
            </a:defPPr>
            <a:lvl1pPr>
              <a:defRPr sz="2025" b="0">
                <a:solidFill>
                  <a:srgbClr val="5E6D86"/>
                </a:solidFill>
                <a:latin typeface="Arial"/>
                <a:ea typeface="Arial"/>
                <a:cs typeface="Arial"/>
              </a:defRPr>
            </a:lvl1pPr>
            <a:lvl2pPr>
              <a:defRPr sz="2025" b="0">
                <a:solidFill>
                  <a:srgbClr val="5E6D86"/>
                </a:solidFill>
                <a:latin typeface="Arial"/>
                <a:ea typeface="Arial"/>
                <a:cs typeface="Arial"/>
              </a:defRPr>
            </a:lvl2pPr>
            <a:lvl3pPr>
              <a:defRPr sz="2025" b="0">
                <a:solidFill>
                  <a:srgbClr val="5E6D86"/>
                </a:solidFill>
                <a:latin typeface="Arial"/>
                <a:ea typeface="Arial"/>
                <a:cs typeface="Arial"/>
              </a:defRPr>
            </a:lvl3pPr>
            <a:lvl4pPr>
              <a:defRPr sz="2025" b="0">
                <a:solidFill>
                  <a:srgbClr val="5E6D86"/>
                </a:solidFill>
                <a:latin typeface="Arial"/>
                <a:ea typeface="Arial"/>
                <a:cs typeface="Arial"/>
              </a:defRPr>
            </a:lvl4pPr>
            <a:lvl5pPr>
              <a:defRPr sz="2025" b="0">
                <a:solidFill>
                  <a:srgbClr val="5E6D86"/>
                </a:solidFill>
                <a:latin typeface="Arial"/>
                <a:ea typeface="Arial"/>
                <a:cs typeface="Arial"/>
              </a:defRPr>
            </a:lvl5pPr>
            <a:lvl6pPr>
              <a:defRPr sz="2025" b="0">
                <a:solidFill>
                  <a:srgbClr val="5E6D86"/>
                </a:solidFill>
                <a:latin typeface="Arial"/>
                <a:ea typeface="Arial"/>
                <a:cs typeface="Arial"/>
              </a:defRPr>
            </a:lvl6pPr>
            <a:lvl7pPr>
              <a:defRPr sz="2025" b="0">
                <a:solidFill>
                  <a:srgbClr val="5E6D86"/>
                </a:solidFill>
                <a:latin typeface="Arial"/>
                <a:ea typeface="Arial"/>
                <a:cs typeface="Arial"/>
              </a:defRPr>
            </a:lvl7pPr>
            <a:lvl8pPr>
              <a:defRPr sz="2025" b="0">
                <a:solidFill>
                  <a:srgbClr val="5E6D86"/>
                </a:solidFill>
                <a:latin typeface="Arial"/>
                <a:ea typeface="Arial"/>
                <a:cs typeface="Arial"/>
              </a:defRPr>
            </a:lvl8pPr>
            <a:lvl9pPr>
              <a:defRPr sz="2025" b="0">
                <a:solidFill>
                  <a:srgbClr val="5E6D86"/>
                </a:solidFill>
                <a:latin typeface="Arial"/>
                <a:ea typeface="Arial"/>
                <a:cs typeface="Arial"/>
              </a:defRPr>
            </a:lvl9pPr>
          </a:lstStyle>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A home deposit in two years has different needs from a long-term investment.</a:t>
            </a:r>
          </a:p>
        </p:txBody>
      </p:sp>
      <p:sp>
        <p:nvSpPr>
          <p:cNvPr id="8" name="line0">
            <a:extLst xmlns:a="http://schemas.openxmlformats.org/drawingml/2006/main">
              <a:ext uri="{FF2B5EF4-FFF2-40B4-BE49-F238E27FC236}">
                <a16:creationId xmlns:a16="http://schemas.microsoft.com/office/drawing/2014/main" id="{77C36A6A-31F0-4FC5-9ED8-10B34B1B4D58}"/>
              </a:ext>
            </a:extLst>
          </p:cNvPr>
          <p:cNvSpPr>
            <a:spLocks xmlns:a="http://schemas.openxmlformats.org/drawingml/2006/main" noGrp="1"/>
          </p:cNvSpPr>
          <p:nvPr/>
        </p:nvSpPr>
        <p:spPr>
          <a:xfrm xmlns:a="http://schemas.openxmlformats.org/drawingml/2006/main">
            <a:off x="1571625" y="3114675"/>
            <a:ext cx="9810750" cy="9525"/>
          </a:xfrm>
          <a:prstGeom xmlns:a="http://schemas.openxmlformats.org/drawingml/2006/main" prst="rect">
            <a:avLst/>
          </a:prstGeom>
          <a:solidFill xmlns:a="http://schemas.openxmlformats.org/drawingml/2006/main">
            <a:srgbClr val="DAE1EF"/>
          </a:solidFill>
          <a:ln xmlns:a="http://schemas.openxmlformats.org/drawingml/2006/main" w="0">
            <a:noFill/>
          </a:ln>
        </p:spPr>
      </p:sp>
      <p:sp>
        <p:nvSpPr>
          <p:cNvPr id="9" name="number1">
            <a:extLst xmlns:a="http://schemas.openxmlformats.org/drawingml/2006/main">
              <a:ext uri="{FF2B5EF4-FFF2-40B4-BE49-F238E27FC236}">
                <a16:creationId xmlns:a16="http://schemas.microsoft.com/office/drawing/2014/main" id="{FC54C4F6-9701-4C8A-A15E-C73438E733E7}"/>
              </a:ext>
            </a:extLst>
          </p:cNvPr>
          <p:cNvSpPr>
            <a:spLocks xmlns:a="http://schemas.openxmlformats.org/drawingml/2006/main" noGrp="1"/>
          </p:cNvSpPr>
          <p:nvPr/>
        </p:nvSpPr>
        <p:spPr>
          <a:xfrm xmlns:a="http://schemas.openxmlformats.org/drawingml/2006/main">
            <a:off x="609600" y="33147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4359E8"/>
                </a:solidFill>
                <a:latin typeface="Arial"/>
                <a:ea typeface="Arial"/>
                <a:cs typeface="Arial"/>
              </a:defRPr>
            </a:defPPr>
            <a:lvl1pPr>
              <a:defRPr sz="2400" b="1">
                <a:solidFill>
                  <a:srgbClr val="4359E8"/>
                </a:solidFill>
                <a:latin typeface="Arial"/>
                <a:ea typeface="Arial"/>
                <a:cs typeface="Arial"/>
              </a:defRPr>
            </a:lvl1pPr>
            <a:lvl2pPr>
              <a:defRPr sz="2400" b="1">
                <a:solidFill>
                  <a:srgbClr val="4359E8"/>
                </a:solidFill>
                <a:latin typeface="Arial"/>
                <a:ea typeface="Arial"/>
                <a:cs typeface="Arial"/>
              </a:defRPr>
            </a:lvl2pPr>
            <a:lvl3pPr>
              <a:defRPr sz="2400" b="1">
                <a:solidFill>
                  <a:srgbClr val="4359E8"/>
                </a:solidFill>
                <a:latin typeface="Arial"/>
                <a:ea typeface="Arial"/>
                <a:cs typeface="Arial"/>
              </a:defRPr>
            </a:lvl3pPr>
            <a:lvl4pPr>
              <a:defRPr sz="2400" b="1">
                <a:solidFill>
                  <a:srgbClr val="4359E8"/>
                </a:solidFill>
                <a:latin typeface="Arial"/>
                <a:ea typeface="Arial"/>
                <a:cs typeface="Arial"/>
              </a:defRPr>
            </a:lvl4pPr>
            <a:lvl5pPr>
              <a:defRPr sz="2400" b="1">
                <a:solidFill>
                  <a:srgbClr val="4359E8"/>
                </a:solidFill>
                <a:latin typeface="Arial"/>
                <a:ea typeface="Arial"/>
                <a:cs typeface="Arial"/>
              </a:defRPr>
            </a:lvl5pPr>
            <a:lvl6pPr>
              <a:defRPr sz="2400" b="1">
                <a:solidFill>
                  <a:srgbClr val="4359E8"/>
                </a:solidFill>
                <a:latin typeface="Arial"/>
                <a:ea typeface="Arial"/>
                <a:cs typeface="Arial"/>
              </a:defRPr>
            </a:lvl6pPr>
            <a:lvl7pPr>
              <a:defRPr sz="2400" b="1">
                <a:solidFill>
                  <a:srgbClr val="4359E8"/>
                </a:solidFill>
                <a:latin typeface="Arial"/>
                <a:ea typeface="Arial"/>
                <a:cs typeface="Arial"/>
              </a:defRPr>
            </a:lvl7pPr>
            <a:lvl8pPr>
              <a:defRPr sz="2400" b="1">
                <a:solidFill>
                  <a:srgbClr val="4359E8"/>
                </a:solidFill>
                <a:latin typeface="Arial"/>
                <a:ea typeface="Arial"/>
                <a:cs typeface="Arial"/>
              </a:defRPr>
            </a:lvl8pPr>
            <a:lvl9pPr>
              <a:defRPr sz="2400" b="1">
                <a:solidFill>
                  <a:srgbClr val="4359E8"/>
                </a:solidFill>
                <a:latin typeface="Arial"/>
                <a:ea typeface="Arial"/>
                <a:cs typeface="Arial"/>
              </a:defRPr>
            </a:lvl9pPr>
          </a:lstStyle>
          <a:p xmlns:a="http://schemas.openxmlformats.org/drawingml/2006/main">
            <a:pPr>
              <a:defRPr sz="2400" b="1">
                <a:solidFill>
                  <a:srgbClr val="4359E8"/>
                </a:solidFill>
                <a:latin typeface="Arial"/>
                <a:ea typeface="Arial"/>
                <a:cs typeface="Arial"/>
              </a:defRPr>
            </a:pPr>
            <a:r>
              <a:rPr sz="2400" b="1">
                <a:solidFill>
                  <a:srgbClr val="4359E8"/>
                </a:solidFill>
                <a:latin typeface="Arial"/>
                <a:ea typeface="Arial"/>
                <a:cs typeface="Arial"/>
              </a:rPr>
              <a:t>02</a:t>
            </a:r>
          </a:p>
        </p:txBody>
      </p:sp>
      <p:sp>
        <p:nvSpPr>
          <p:cNvPr id="10" name="label1">
            <a:extLst xmlns:a="http://schemas.openxmlformats.org/drawingml/2006/main">
              <a:ext uri="{FF2B5EF4-FFF2-40B4-BE49-F238E27FC236}">
                <a16:creationId xmlns:a16="http://schemas.microsoft.com/office/drawing/2014/main" id="{92B13968-C064-4EC9-952B-88AC0A138C69}"/>
              </a:ext>
            </a:extLst>
          </p:cNvPr>
          <p:cNvSpPr>
            <a:spLocks xmlns:a="http://schemas.openxmlformats.org/drawingml/2006/main" noGrp="1"/>
          </p:cNvSpPr>
          <p:nvPr/>
        </p:nvSpPr>
        <p:spPr>
          <a:xfrm xmlns:a="http://schemas.openxmlformats.org/drawingml/2006/main">
            <a:off x="1571625" y="33147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20304E"/>
                </a:solidFill>
                <a:latin typeface="Arial"/>
                <a:ea typeface="Arial"/>
                <a:cs typeface="Arial"/>
              </a:defRPr>
            </a:defPPr>
            <a:lvl1pPr>
              <a:defRPr sz="2175" b="1">
                <a:solidFill>
                  <a:srgbClr val="20304E"/>
                </a:solidFill>
                <a:latin typeface="Arial"/>
                <a:ea typeface="Arial"/>
                <a:cs typeface="Arial"/>
              </a:defRPr>
            </a:lvl1pPr>
            <a:lvl2pPr>
              <a:defRPr sz="2175" b="1">
                <a:solidFill>
                  <a:srgbClr val="20304E"/>
                </a:solidFill>
                <a:latin typeface="Arial"/>
                <a:ea typeface="Arial"/>
                <a:cs typeface="Arial"/>
              </a:defRPr>
            </a:lvl2pPr>
            <a:lvl3pPr>
              <a:defRPr sz="2175" b="1">
                <a:solidFill>
                  <a:srgbClr val="20304E"/>
                </a:solidFill>
                <a:latin typeface="Arial"/>
                <a:ea typeface="Arial"/>
                <a:cs typeface="Arial"/>
              </a:defRPr>
            </a:lvl3pPr>
            <a:lvl4pPr>
              <a:defRPr sz="2175" b="1">
                <a:solidFill>
                  <a:srgbClr val="20304E"/>
                </a:solidFill>
                <a:latin typeface="Arial"/>
                <a:ea typeface="Arial"/>
                <a:cs typeface="Arial"/>
              </a:defRPr>
            </a:lvl4pPr>
            <a:lvl5pPr>
              <a:defRPr sz="2175" b="1">
                <a:solidFill>
                  <a:srgbClr val="20304E"/>
                </a:solidFill>
                <a:latin typeface="Arial"/>
                <a:ea typeface="Arial"/>
                <a:cs typeface="Arial"/>
              </a:defRPr>
            </a:lvl5pPr>
            <a:lvl6pPr>
              <a:defRPr sz="2175" b="1">
                <a:solidFill>
                  <a:srgbClr val="20304E"/>
                </a:solidFill>
                <a:latin typeface="Arial"/>
                <a:ea typeface="Arial"/>
                <a:cs typeface="Arial"/>
              </a:defRPr>
            </a:lvl6pPr>
            <a:lvl7pPr>
              <a:defRPr sz="2175" b="1">
                <a:solidFill>
                  <a:srgbClr val="20304E"/>
                </a:solidFill>
                <a:latin typeface="Arial"/>
                <a:ea typeface="Arial"/>
                <a:cs typeface="Arial"/>
              </a:defRPr>
            </a:lvl7pPr>
            <a:lvl8pPr>
              <a:defRPr sz="2175" b="1">
                <a:solidFill>
                  <a:srgbClr val="20304E"/>
                </a:solidFill>
                <a:latin typeface="Arial"/>
                <a:ea typeface="Arial"/>
                <a:cs typeface="Arial"/>
              </a:defRPr>
            </a:lvl8pPr>
            <a:lvl9pPr>
              <a:defRPr sz="2175" b="1">
                <a:solidFill>
                  <a:srgbClr val="20304E"/>
                </a:solidFill>
                <a:latin typeface="Arial"/>
                <a:ea typeface="Arial"/>
                <a:cs typeface="Arial"/>
              </a:defRPr>
            </a:lvl9pPr>
          </a:lstStyle>
          <a:p xmlns:a="http://schemas.openxmlformats.org/drawingml/2006/main">
            <a:pPr>
              <a:defRPr sz="2175" b="1">
                <a:solidFill>
                  <a:srgbClr val="20304E"/>
                </a:solidFill>
                <a:latin typeface="Arial"/>
                <a:ea typeface="Arial"/>
                <a:cs typeface="Arial"/>
              </a:defRPr>
            </a:pPr>
            <a:r>
              <a:rPr sz="2175" b="1">
                <a:solidFill>
                  <a:srgbClr val="20304E"/>
                </a:solidFill>
                <a:latin typeface="Arial"/>
                <a:ea typeface="Arial"/>
                <a:cs typeface="Arial"/>
              </a:rPr>
              <a:t>The evidence</a:t>
            </a:r>
          </a:p>
        </p:txBody>
      </p:sp>
      <p:sp>
        <p:nvSpPr>
          <p:cNvPr id="11" name="body1">
            <a:extLst xmlns:a="http://schemas.openxmlformats.org/drawingml/2006/main">
              <a:ext uri="{FF2B5EF4-FFF2-40B4-BE49-F238E27FC236}">
                <a16:creationId xmlns:a16="http://schemas.microsoft.com/office/drawing/2014/main" id="{91BB8132-203E-4A93-B769-9E5A25AA25E8}"/>
              </a:ext>
            </a:extLst>
          </p:cNvPr>
          <p:cNvSpPr>
            <a:spLocks xmlns:a="http://schemas.openxmlformats.org/drawingml/2006/main" noGrp="1"/>
          </p:cNvSpPr>
          <p:nvPr/>
        </p:nvSpPr>
        <p:spPr>
          <a:xfrm xmlns:a="http://schemas.openxmlformats.org/drawingml/2006/main">
            <a:off x="4286250" y="3314700"/>
            <a:ext cx="709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E6D86"/>
                </a:solidFill>
                <a:latin typeface="Arial"/>
                <a:ea typeface="Arial"/>
                <a:cs typeface="Arial"/>
              </a:defRPr>
            </a:defPPr>
            <a:lvl1pPr>
              <a:defRPr sz="2025" b="0">
                <a:solidFill>
                  <a:srgbClr val="5E6D86"/>
                </a:solidFill>
                <a:latin typeface="Arial"/>
                <a:ea typeface="Arial"/>
                <a:cs typeface="Arial"/>
              </a:defRPr>
            </a:lvl1pPr>
            <a:lvl2pPr>
              <a:defRPr sz="2025" b="0">
                <a:solidFill>
                  <a:srgbClr val="5E6D86"/>
                </a:solidFill>
                <a:latin typeface="Arial"/>
                <a:ea typeface="Arial"/>
                <a:cs typeface="Arial"/>
              </a:defRPr>
            </a:lvl2pPr>
            <a:lvl3pPr>
              <a:defRPr sz="2025" b="0">
                <a:solidFill>
                  <a:srgbClr val="5E6D86"/>
                </a:solidFill>
                <a:latin typeface="Arial"/>
                <a:ea typeface="Arial"/>
                <a:cs typeface="Arial"/>
              </a:defRPr>
            </a:lvl3pPr>
            <a:lvl4pPr>
              <a:defRPr sz="2025" b="0">
                <a:solidFill>
                  <a:srgbClr val="5E6D86"/>
                </a:solidFill>
                <a:latin typeface="Arial"/>
                <a:ea typeface="Arial"/>
                <a:cs typeface="Arial"/>
              </a:defRPr>
            </a:lvl4pPr>
            <a:lvl5pPr>
              <a:defRPr sz="2025" b="0">
                <a:solidFill>
                  <a:srgbClr val="5E6D86"/>
                </a:solidFill>
                <a:latin typeface="Arial"/>
                <a:ea typeface="Arial"/>
                <a:cs typeface="Arial"/>
              </a:defRPr>
            </a:lvl5pPr>
            <a:lvl6pPr>
              <a:defRPr sz="2025" b="0">
                <a:solidFill>
                  <a:srgbClr val="5E6D86"/>
                </a:solidFill>
                <a:latin typeface="Arial"/>
                <a:ea typeface="Arial"/>
                <a:cs typeface="Arial"/>
              </a:defRPr>
            </a:lvl6pPr>
            <a:lvl7pPr>
              <a:defRPr sz="2025" b="0">
                <a:solidFill>
                  <a:srgbClr val="5E6D86"/>
                </a:solidFill>
                <a:latin typeface="Arial"/>
                <a:ea typeface="Arial"/>
                <a:cs typeface="Arial"/>
              </a:defRPr>
            </a:lvl7pPr>
            <a:lvl8pPr>
              <a:defRPr sz="2025" b="0">
                <a:solidFill>
                  <a:srgbClr val="5E6D86"/>
                </a:solidFill>
                <a:latin typeface="Arial"/>
                <a:ea typeface="Arial"/>
                <a:cs typeface="Arial"/>
              </a:defRPr>
            </a:lvl8pPr>
            <a:lvl9pPr>
              <a:defRPr sz="2025" b="0">
                <a:solidFill>
                  <a:srgbClr val="5E6D86"/>
                </a:solidFill>
                <a:latin typeface="Arial"/>
                <a:ea typeface="Arial"/>
                <a:cs typeface="Arial"/>
              </a:defRPr>
            </a:lvl9pPr>
          </a:lstStyle>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Prices, filings and headlines arrive separately, often with different dates.</a:t>
            </a:r>
          </a:p>
        </p:txBody>
      </p:sp>
      <p:sp>
        <p:nvSpPr>
          <p:cNvPr id="12" name="line1">
            <a:extLst xmlns:a="http://schemas.openxmlformats.org/drawingml/2006/main">
              <a:ext uri="{FF2B5EF4-FFF2-40B4-BE49-F238E27FC236}">
                <a16:creationId xmlns:a16="http://schemas.microsoft.com/office/drawing/2014/main" id="{D16C4F65-37A6-4F56-8676-6BF223F68C5E}"/>
              </a:ext>
            </a:extLst>
          </p:cNvPr>
          <p:cNvSpPr>
            <a:spLocks xmlns:a="http://schemas.openxmlformats.org/drawingml/2006/main" noGrp="1"/>
          </p:cNvSpPr>
          <p:nvPr/>
        </p:nvSpPr>
        <p:spPr>
          <a:xfrm xmlns:a="http://schemas.openxmlformats.org/drawingml/2006/main">
            <a:off x="1571625" y="4286250"/>
            <a:ext cx="9810750" cy="9525"/>
          </a:xfrm>
          <a:prstGeom xmlns:a="http://schemas.openxmlformats.org/drawingml/2006/main" prst="rect">
            <a:avLst/>
          </a:prstGeom>
          <a:solidFill xmlns:a="http://schemas.openxmlformats.org/drawingml/2006/main">
            <a:srgbClr val="DAE1EF"/>
          </a:solidFill>
          <a:ln xmlns:a="http://schemas.openxmlformats.org/drawingml/2006/main" w="0">
            <a:noFill/>
          </a:ln>
        </p:spPr>
      </p:sp>
      <p:sp>
        <p:nvSpPr>
          <p:cNvPr id="13" name="number2">
            <a:extLst xmlns:a="http://schemas.openxmlformats.org/drawingml/2006/main">
              <a:ext uri="{FF2B5EF4-FFF2-40B4-BE49-F238E27FC236}">
                <a16:creationId xmlns:a16="http://schemas.microsoft.com/office/drawing/2014/main" id="{C1046DEE-C2D1-486A-86CE-1D5B4C3792D0}"/>
              </a:ext>
            </a:extLst>
          </p:cNvPr>
          <p:cNvSpPr>
            <a:spLocks xmlns:a="http://schemas.openxmlformats.org/drawingml/2006/main" noGrp="1"/>
          </p:cNvSpPr>
          <p:nvPr/>
        </p:nvSpPr>
        <p:spPr>
          <a:xfrm xmlns:a="http://schemas.openxmlformats.org/drawingml/2006/main">
            <a:off x="609600" y="44862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4359E8"/>
                </a:solidFill>
                <a:latin typeface="Arial"/>
                <a:ea typeface="Arial"/>
                <a:cs typeface="Arial"/>
              </a:defRPr>
            </a:defPPr>
            <a:lvl1pPr>
              <a:defRPr sz="2400" b="1">
                <a:solidFill>
                  <a:srgbClr val="4359E8"/>
                </a:solidFill>
                <a:latin typeface="Arial"/>
                <a:ea typeface="Arial"/>
                <a:cs typeface="Arial"/>
              </a:defRPr>
            </a:lvl1pPr>
            <a:lvl2pPr>
              <a:defRPr sz="2400" b="1">
                <a:solidFill>
                  <a:srgbClr val="4359E8"/>
                </a:solidFill>
                <a:latin typeface="Arial"/>
                <a:ea typeface="Arial"/>
                <a:cs typeface="Arial"/>
              </a:defRPr>
            </a:lvl2pPr>
            <a:lvl3pPr>
              <a:defRPr sz="2400" b="1">
                <a:solidFill>
                  <a:srgbClr val="4359E8"/>
                </a:solidFill>
                <a:latin typeface="Arial"/>
                <a:ea typeface="Arial"/>
                <a:cs typeface="Arial"/>
              </a:defRPr>
            </a:lvl3pPr>
            <a:lvl4pPr>
              <a:defRPr sz="2400" b="1">
                <a:solidFill>
                  <a:srgbClr val="4359E8"/>
                </a:solidFill>
                <a:latin typeface="Arial"/>
                <a:ea typeface="Arial"/>
                <a:cs typeface="Arial"/>
              </a:defRPr>
            </a:lvl4pPr>
            <a:lvl5pPr>
              <a:defRPr sz="2400" b="1">
                <a:solidFill>
                  <a:srgbClr val="4359E8"/>
                </a:solidFill>
                <a:latin typeface="Arial"/>
                <a:ea typeface="Arial"/>
                <a:cs typeface="Arial"/>
              </a:defRPr>
            </a:lvl5pPr>
            <a:lvl6pPr>
              <a:defRPr sz="2400" b="1">
                <a:solidFill>
                  <a:srgbClr val="4359E8"/>
                </a:solidFill>
                <a:latin typeface="Arial"/>
                <a:ea typeface="Arial"/>
                <a:cs typeface="Arial"/>
              </a:defRPr>
            </a:lvl6pPr>
            <a:lvl7pPr>
              <a:defRPr sz="2400" b="1">
                <a:solidFill>
                  <a:srgbClr val="4359E8"/>
                </a:solidFill>
                <a:latin typeface="Arial"/>
                <a:ea typeface="Arial"/>
                <a:cs typeface="Arial"/>
              </a:defRPr>
            </a:lvl7pPr>
            <a:lvl8pPr>
              <a:defRPr sz="2400" b="1">
                <a:solidFill>
                  <a:srgbClr val="4359E8"/>
                </a:solidFill>
                <a:latin typeface="Arial"/>
                <a:ea typeface="Arial"/>
                <a:cs typeface="Arial"/>
              </a:defRPr>
            </a:lvl8pPr>
            <a:lvl9pPr>
              <a:defRPr sz="2400" b="1">
                <a:solidFill>
                  <a:srgbClr val="4359E8"/>
                </a:solidFill>
                <a:latin typeface="Arial"/>
                <a:ea typeface="Arial"/>
                <a:cs typeface="Arial"/>
              </a:defRPr>
            </a:lvl9pPr>
          </a:lstStyle>
          <a:p xmlns:a="http://schemas.openxmlformats.org/drawingml/2006/main">
            <a:pPr>
              <a:defRPr sz="2400" b="1">
                <a:solidFill>
                  <a:srgbClr val="4359E8"/>
                </a:solidFill>
                <a:latin typeface="Arial"/>
                <a:ea typeface="Arial"/>
                <a:cs typeface="Arial"/>
              </a:defRPr>
            </a:pPr>
            <a:r>
              <a:rPr sz="2400" b="1">
                <a:solidFill>
                  <a:srgbClr val="4359E8"/>
                </a:solidFill>
                <a:latin typeface="Arial"/>
                <a:ea typeface="Arial"/>
                <a:cs typeface="Arial"/>
              </a:rPr>
              <a:t>03</a:t>
            </a:r>
          </a:p>
        </p:txBody>
      </p:sp>
      <p:sp>
        <p:nvSpPr>
          <p:cNvPr id="14" name="label2">
            <a:extLst xmlns:a="http://schemas.openxmlformats.org/drawingml/2006/main">
              <a:ext uri="{FF2B5EF4-FFF2-40B4-BE49-F238E27FC236}">
                <a16:creationId xmlns:a16="http://schemas.microsoft.com/office/drawing/2014/main" id="{D0007783-51D9-41A7-BAC3-24103972BA61}"/>
              </a:ext>
            </a:extLst>
          </p:cNvPr>
          <p:cNvSpPr>
            <a:spLocks xmlns:a="http://schemas.openxmlformats.org/drawingml/2006/main" noGrp="1"/>
          </p:cNvSpPr>
          <p:nvPr/>
        </p:nvSpPr>
        <p:spPr>
          <a:xfrm xmlns:a="http://schemas.openxmlformats.org/drawingml/2006/main">
            <a:off x="1571625" y="44862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20304E"/>
                </a:solidFill>
                <a:latin typeface="Arial"/>
                <a:ea typeface="Arial"/>
                <a:cs typeface="Arial"/>
              </a:defRPr>
            </a:defPPr>
            <a:lvl1pPr>
              <a:defRPr sz="2175" b="1">
                <a:solidFill>
                  <a:srgbClr val="20304E"/>
                </a:solidFill>
                <a:latin typeface="Arial"/>
                <a:ea typeface="Arial"/>
                <a:cs typeface="Arial"/>
              </a:defRPr>
            </a:lvl1pPr>
            <a:lvl2pPr>
              <a:defRPr sz="2175" b="1">
                <a:solidFill>
                  <a:srgbClr val="20304E"/>
                </a:solidFill>
                <a:latin typeface="Arial"/>
                <a:ea typeface="Arial"/>
                <a:cs typeface="Arial"/>
              </a:defRPr>
            </a:lvl2pPr>
            <a:lvl3pPr>
              <a:defRPr sz="2175" b="1">
                <a:solidFill>
                  <a:srgbClr val="20304E"/>
                </a:solidFill>
                <a:latin typeface="Arial"/>
                <a:ea typeface="Arial"/>
                <a:cs typeface="Arial"/>
              </a:defRPr>
            </a:lvl3pPr>
            <a:lvl4pPr>
              <a:defRPr sz="2175" b="1">
                <a:solidFill>
                  <a:srgbClr val="20304E"/>
                </a:solidFill>
                <a:latin typeface="Arial"/>
                <a:ea typeface="Arial"/>
                <a:cs typeface="Arial"/>
              </a:defRPr>
            </a:lvl4pPr>
            <a:lvl5pPr>
              <a:defRPr sz="2175" b="1">
                <a:solidFill>
                  <a:srgbClr val="20304E"/>
                </a:solidFill>
                <a:latin typeface="Arial"/>
                <a:ea typeface="Arial"/>
                <a:cs typeface="Arial"/>
              </a:defRPr>
            </a:lvl5pPr>
            <a:lvl6pPr>
              <a:defRPr sz="2175" b="1">
                <a:solidFill>
                  <a:srgbClr val="20304E"/>
                </a:solidFill>
                <a:latin typeface="Arial"/>
                <a:ea typeface="Arial"/>
                <a:cs typeface="Arial"/>
              </a:defRPr>
            </a:lvl6pPr>
            <a:lvl7pPr>
              <a:defRPr sz="2175" b="1">
                <a:solidFill>
                  <a:srgbClr val="20304E"/>
                </a:solidFill>
                <a:latin typeface="Arial"/>
                <a:ea typeface="Arial"/>
                <a:cs typeface="Arial"/>
              </a:defRPr>
            </a:lvl7pPr>
            <a:lvl8pPr>
              <a:defRPr sz="2175" b="1">
                <a:solidFill>
                  <a:srgbClr val="20304E"/>
                </a:solidFill>
                <a:latin typeface="Arial"/>
                <a:ea typeface="Arial"/>
                <a:cs typeface="Arial"/>
              </a:defRPr>
            </a:lvl8pPr>
            <a:lvl9pPr>
              <a:defRPr sz="2175" b="1">
                <a:solidFill>
                  <a:srgbClr val="20304E"/>
                </a:solidFill>
                <a:latin typeface="Arial"/>
                <a:ea typeface="Arial"/>
                <a:cs typeface="Arial"/>
              </a:defRPr>
            </a:lvl9pPr>
          </a:lstStyle>
          <a:p xmlns:a="http://schemas.openxmlformats.org/drawingml/2006/main">
            <a:pPr>
              <a:defRPr sz="2175" b="1">
                <a:solidFill>
                  <a:srgbClr val="20304E"/>
                </a:solidFill>
                <a:latin typeface="Arial"/>
                <a:ea typeface="Arial"/>
                <a:cs typeface="Arial"/>
              </a:defRPr>
            </a:pPr>
            <a:r>
              <a:rPr sz="2175" b="1">
                <a:solidFill>
                  <a:srgbClr val="20304E"/>
                </a:solidFill>
                <a:latin typeface="Arial"/>
                <a:ea typeface="Arial"/>
                <a:cs typeface="Arial"/>
              </a:rPr>
              <a:t>The follow-through</a:t>
            </a:r>
          </a:p>
        </p:txBody>
      </p:sp>
      <p:sp>
        <p:nvSpPr>
          <p:cNvPr id="15" name="body2">
            <a:extLst xmlns:a="http://schemas.openxmlformats.org/drawingml/2006/main">
              <a:ext uri="{FF2B5EF4-FFF2-40B4-BE49-F238E27FC236}">
                <a16:creationId xmlns:a16="http://schemas.microsoft.com/office/drawing/2014/main" id="{F408E152-55BE-4A49-92C5-2CA841169DA6}"/>
              </a:ext>
            </a:extLst>
          </p:cNvPr>
          <p:cNvSpPr>
            <a:spLocks xmlns:a="http://schemas.openxmlformats.org/drawingml/2006/main" noGrp="1"/>
          </p:cNvSpPr>
          <p:nvPr/>
        </p:nvSpPr>
        <p:spPr>
          <a:xfrm xmlns:a="http://schemas.openxmlformats.org/drawingml/2006/main">
            <a:off x="4286250" y="4486275"/>
            <a:ext cx="709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E6D86"/>
                </a:solidFill>
                <a:latin typeface="Arial"/>
                <a:ea typeface="Arial"/>
                <a:cs typeface="Arial"/>
              </a:defRPr>
            </a:defPPr>
            <a:lvl1pPr>
              <a:defRPr sz="2025" b="0">
                <a:solidFill>
                  <a:srgbClr val="5E6D86"/>
                </a:solidFill>
                <a:latin typeface="Arial"/>
                <a:ea typeface="Arial"/>
                <a:cs typeface="Arial"/>
              </a:defRPr>
            </a:lvl1pPr>
            <a:lvl2pPr>
              <a:defRPr sz="2025" b="0">
                <a:solidFill>
                  <a:srgbClr val="5E6D86"/>
                </a:solidFill>
                <a:latin typeface="Arial"/>
                <a:ea typeface="Arial"/>
                <a:cs typeface="Arial"/>
              </a:defRPr>
            </a:lvl2pPr>
            <a:lvl3pPr>
              <a:defRPr sz="2025" b="0">
                <a:solidFill>
                  <a:srgbClr val="5E6D86"/>
                </a:solidFill>
                <a:latin typeface="Arial"/>
                <a:ea typeface="Arial"/>
                <a:cs typeface="Arial"/>
              </a:defRPr>
            </a:lvl3pPr>
            <a:lvl4pPr>
              <a:defRPr sz="2025" b="0">
                <a:solidFill>
                  <a:srgbClr val="5E6D86"/>
                </a:solidFill>
                <a:latin typeface="Arial"/>
                <a:ea typeface="Arial"/>
                <a:cs typeface="Arial"/>
              </a:defRPr>
            </a:lvl4pPr>
            <a:lvl5pPr>
              <a:defRPr sz="2025" b="0">
                <a:solidFill>
                  <a:srgbClr val="5E6D86"/>
                </a:solidFill>
                <a:latin typeface="Arial"/>
                <a:ea typeface="Arial"/>
                <a:cs typeface="Arial"/>
              </a:defRPr>
            </a:lvl5pPr>
            <a:lvl6pPr>
              <a:defRPr sz="2025" b="0">
                <a:solidFill>
                  <a:srgbClr val="5E6D86"/>
                </a:solidFill>
                <a:latin typeface="Arial"/>
                <a:ea typeface="Arial"/>
                <a:cs typeface="Arial"/>
              </a:defRPr>
            </a:lvl6pPr>
            <a:lvl7pPr>
              <a:defRPr sz="2025" b="0">
                <a:solidFill>
                  <a:srgbClr val="5E6D86"/>
                </a:solidFill>
                <a:latin typeface="Arial"/>
                <a:ea typeface="Arial"/>
                <a:cs typeface="Arial"/>
              </a:defRPr>
            </a:lvl7pPr>
            <a:lvl8pPr>
              <a:defRPr sz="2025" b="0">
                <a:solidFill>
                  <a:srgbClr val="5E6D86"/>
                </a:solidFill>
                <a:latin typeface="Arial"/>
                <a:ea typeface="Arial"/>
                <a:cs typeface="Arial"/>
              </a:defRPr>
            </a:lvl8pPr>
            <a:lvl9pPr>
              <a:defRPr sz="2025" b="0">
                <a:solidFill>
                  <a:srgbClr val="5E6D86"/>
                </a:solidFill>
                <a:latin typeface="Arial"/>
                <a:ea typeface="Arial"/>
                <a:cs typeface="Arial"/>
              </a:defRPr>
            </a:lvl9pPr>
          </a:lstStyle>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The original investment case needs another look when the facts change.</a:t>
            </a:r>
          </a:p>
        </p:txBody>
      </p:sp>
      <p:sp>
        <p:nvSpPr>
          <p:cNvPr id="16" name="audience">
            <a:extLst xmlns:a="http://schemas.openxmlformats.org/drawingml/2006/main">
              <a:ext uri="{FF2B5EF4-FFF2-40B4-BE49-F238E27FC236}">
                <a16:creationId xmlns:a16="http://schemas.microsoft.com/office/drawing/2014/main" id="{27FDA9D7-FB35-4081-9A89-B1AE6912E954}"/>
              </a:ext>
            </a:extLst>
          </p:cNvPr>
          <p:cNvSpPr>
            <a:spLocks xmlns:a="http://schemas.openxmlformats.org/drawingml/2006/main" noGrp="1"/>
          </p:cNvSpPr>
          <p:nvPr/>
        </p:nvSpPr>
        <p:spPr>
          <a:xfrm xmlns:a="http://schemas.openxmlformats.org/drawingml/2006/main">
            <a:off x="1571625" y="59055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4359E8"/>
                </a:solidFill>
                <a:latin typeface="Arial"/>
                <a:ea typeface="Arial"/>
                <a:cs typeface="Arial"/>
              </a:defRPr>
            </a:defPPr>
            <a:lvl1pPr>
              <a:defRPr sz="1800" b="1">
                <a:solidFill>
                  <a:srgbClr val="4359E8"/>
                </a:solidFill>
                <a:latin typeface="Arial"/>
                <a:ea typeface="Arial"/>
                <a:cs typeface="Arial"/>
              </a:defRPr>
            </a:lvl1pPr>
            <a:lvl2pPr>
              <a:defRPr sz="1800" b="1">
                <a:solidFill>
                  <a:srgbClr val="4359E8"/>
                </a:solidFill>
                <a:latin typeface="Arial"/>
                <a:ea typeface="Arial"/>
                <a:cs typeface="Arial"/>
              </a:defRPr>
            </a:lvl2pPr>
            <a:lvl3pPr>
              <a:defRPr sz="1800" b="1">
                <a:solidFill>
                  <a:srgbClr val="4359E8"/>
                </a:solidFill>
                <a:latin typeface="Arial"/>
                <a:ea typeface="Arial"/>
                <a:cs typeface="Arial"/>
              </a:defRPr>
            </a:lvl3pPr>
            <a:lvl4pPr>
              <a:defRPr sz="1800" b="1">
                <a:solidFill>
                  <a:srgbClr val="4359E8"/>
                </a:solidFill>
                <a:latin typeface="Arial"/>
                <a:ea typeface="Arial"/>
                <a:cs typeface="Arial"/>
              </a:defRPr>
            </a:lvl4pPr>
            <a:lvl5pPr>
              <a:defRPr sz="1800" b="1">
                <a:solidFill>
                  <a:srgbClr val="4359E8"/>
                </a:solidFill>
                <a:latin typeface="Arial"/>
                <a:ea typeface="Arial"/>
                <a:cs typeface="Arial"/>
              </a:defRPr>
            </a:lvl5pPr>
            <a:lvl6pPr>
              <a:defRPr sz="1800" b="1">
                <a:solidFill>
                  <a:srgbClr val="4359E8"/>
                </a:solidFill>
                <a:latin typeface="Arial"/>
                <a:ea typeface="Arial"/>
                <a:cs typeface="Arial"/>
              </a:defRPr>
            </a:lvl6pPr>
            <a:lvl7pPr>
              <a:defRPr sz="1800" b="1">
                <a:solidFill>
                  <a:srgbClr val="4359E8"/>
                </a:solidFill>
                <a:latin typeface="Arial"/>
                <a:ea typeface="Arial"/>
                <a:cs typeface="Arial"/>
              </a:defRPr>
            </a:lvl7pPr>
            <a:lvl8pPr>
              <a:defRPr sz="1800" b="1">
                <a:solidFill>
                  <a:srgbClr val="4359E8"/>
                </a:solidFill>
                <a:latin typeface="Arial"/>
                <a:ea typeface="Arial"/>
                <a:cs typeface="Arial"/>
              </a:defRPr>
            </a:lvl8pPr>
            <a:lvl9pPr>
              <a:defRPr sz="1800" b="1">
                <a:solidFill>
                  <a:srgbClr val="4359E8"/>
                </a:solidFill>
                <a:latin typeface="Arial"/>
                <a:ea typeface="Arial"/>
                <a:cs typeface="Arial"/>
              </a:defRPr>
            </a:lvl9pPr>
          </a:lstStyle>
          <a:p xmlns:a="http://schemas.openxmlformats.org/drawingml/2006/main">
            <a:pPr>
              <a:defRPr sz="1800" b="1">
                <a:solidFill>
                  <a:srgbClr val="4359E8"/>
                </a:solidFill>
                <a:latin typeface="Arial"/>
                <a:ea typeface="Arial"/>
                <a:cs typeface="Arial"/>
              </a:defRPr>
            </a:pPr>
            <a:r>
              <a:rPr sz="1800" b="1">
                <a:solidFill>
                  <a:srgbClr val="4359E8"/>
                </a:solidFill>
                <a:latin typeface="Arial"/>
                <a:ea typeface="Arial"/>
                <a:cs typeface="Arial"/>
              </a:rPr>
              <a:t>Built for my own investing research and ongoing portfolio review.</a:t>
            </a:r>
          </a:p>
        </p:txBody>
      </p:sp>
    </p:spTree>
    <p:extLst>
      <p:ext uri="{BB962C8B-B14F-4D97-AF65-F5344CB8AC3E}">
        <p14:creationId xmlns:p14="http://schemas.microsoft.com/office/powerpoint/2010/main" val="1747052765"/>
      </p:ext>
    </p:extLst>
  </p:cSld>
</p:sld>
</file>

<file path=ppt/slides/slide3.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770AFC15-CFCA-495D-A0EB-F9D726105522}"/>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20304E"/>
                </a:solidFill>
                <a:latin typeface="Arial"/>
                <a:ea typeface="Arial"/>
                <a:cs typeface="Arial"/>
              </a:defRPr>
            </a:defPPr>
            <a:lvl1pPr>
              <a:defRPr sz="3225" b="1">
                <a:solidFill>
                  <a:srgbClr val="20304E"/>
                </a:solidFill>
                <a:latin typeface="Arial"/>
                <a:ea typeface="Arial"/>
                <a:cs typeface="Arial"/>
              </a:defRPr>
            </a:lvl1pPr>
            <a:lvl2pPr>
              <a:defRPr sz="3225" b="1">
                <a:solidFill>
                  <a:srgbClr val="20304E"/>
                </a:solidFill>
                <a:latin typeface="Arial"/>
                <a:ea typeface="Arial"/>
                <a:cs typeface="Arial"/>
              </a:defRPr>
            </a:lvl2pPr>
            <a:lvl3pPr>
              <a:defRPr sz="3225" b="1">
                <a:solidFill>
                  <a:srgbClr val="20304E"/>
                </a:solidFill>
                <a:latin typeface="Arial"/>
                <a:ea typeface="Arial"/>
                <a:cs typeface="Arial"/>
              </a:defRPr>
            </a:lvl3pPr>
            <a:lvl4pPr>
              <a:defRPr sz="3225" b="1">
                <a:solidFill>
                  <a:srgbClr val="20304E"/>
                </a:solidFill>
                <a:latin typeface="Arial"/>
                <a:ea typeface="Arial"/>
                <a:cs typeface="Arial"/>
              </a:defRPr>
            </a:lvl4pPr>
            <a:lvl5pPr>
              <a:defRPr sz="3225" b="1">
                <a:solidFill>
                  <a:srgbClr val="20304E"/>
                </a:solidFill>
                <a:latin typeface="Arial"/>
                <a:ea typeface="Arial"/>
                <a:cs typeface="Arial"/>
              </a:defRPr>
            </a:lvl5pPr>
            <a:lvl6pPr>
              <a:defRPr sz="3225" b="1">
                <a:solidFill>
                  <a:srgbClr val="20304E"/>
                </a:solidFill>
                <a:latin typeface="Arial"/>
                <a:ea typeface="Arial"/>
                <a:cs typeface="Arial"/>
              </a:defRPr>
            </a:lvl6pPr>
            <a:lvl7pPr>
              <a:defRPr sz="3225" b="1">
                <a:solidFill>
                  <a:srgbClr val="20304E"/>
                </a:solidFill>
                <a:latin typeface="Arial"/>
                <a:ea typeface="Arial"/>
                <a:cs typeface="Arial"/>
              </a:defRPr>
            </a:lvl7pPr>
            <a:lvl8pPr>
              <a:defRPr sz="3225" b="1">
                <a:solidFill>
                  <a:srgbClr val="20304E"/>
                </a:solidFill>
                <a:latin typeface="Arial"/>
                <a:ea typeface="Arial"/>
                <a:cs typeface="Arial"/>
              </a:defRPr>
            </a:lvl8pPr>
            <a:lvl9pPr>
              <a:defRPr sz="3225" b="1">
                <a:solidFill>
                  <a:srgbClr val="20304E"/>
                </a:solidFill>
                <a:latin typeface="Arial"/>
                <a:ea typeface="Arial"/>
                <a:cs typeface="Arial"/>
              </a:defRPr>
            </a:lvl9pPr>
          </a:lstStyle>
          <a:p xmlns:a="http://schemas.openxmlformats.org/drawingml/2006/main">
            <a:pPr>
              <a:defRPr sz="3225" b="1">
                <a:solidFill>
                  <a:srgbClr val="20304E"/>
                </a:solidFill>
                <a:latin typeface="Arial"/>
                <a:ea typeface="Arial"/>
                <a:cs typeface="Arial"/>
              </a:defRPr>
            </a:pPr>
            <a:r>
              <a:rPr sz="3225" b="1">
                <a:solidFill>
                  <a:srgbClr val="20304E"/>
                </a:solidFill>
                <a:latin typeface="Arial"/>
                <a:ea typeface="Arial"/>
                <a:cs typeface="Arial"/>
              </a:rPr>
              <a:t>The plan starts with a few simple choices</a:t>
            </a:r>
          </a:p>
        </p:txBody>
      </p:sp>
      <p:sp>
        <p:nvSpPr>
          <p:cNvPr id="3" name="accent">
            <a:extLst xmlns:a="http://schemas.openxmlformats.org/drawingml/2006/main">
              <a:ext uri="{FF2B5EF4-FFF2-40B4-BE49-F238E27FC236}">
                <a16:creationId xmlns:a16="http://schemas.microsoft.com/office/drawing/2014/main" id="{55ED8C1D-65B2-4B39-985F-0332A0479B54}"/>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4" name="folio">
            <a:extLst xmlns:a="http://schemas.openxmlformats.org/drawingml/2006/main">
              <a:ext uri="{FF2B5EF4-FFF2-40B4-BE49-F238E27FC236}">
                <a16:creationId xmlns:a16="http://schemas.microsoft.com/office/drawing/2014/main" id="{A6FE7530-56BA-4BFB-A3A1-B356A86CD2B0}"/>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E6D86"/>
                </a:solidFill>
                <a:latin typeface="Arial"/>
                <a:ea typeface="Arial"/>
                <a:cs typeface="Arial"/>
              </a:defRPr>
            </a:defPPr>
            <a:lvl1pPr>
              <a:defRPr sz="1050" b="0">
                <a:solidFill>
                  <a:srgbClr val="5E6D86"/>
                </a:solidFill>
                <a:latin typeface="Arial"/>
                <a:ea typeface="Arial"/>
                <a:cs typeface="Arial"/>
              </a:defRPr>
            </a:lvl1pPr>
            <a:lvl2pPr>
              <a:defRPr sz="1050" b="0">
                <a:solidFill>
                  <a:srgbClr val="5E6D86"/>
                </a:solidFill>
                <a:latin typeface="Arial"/>
                <a:ea typeface="Arial"/>
                <a:cs typeface="Arial"/>
              </a:defRPr>
            </a:lvl2pPr>
            <a:lvl3pPr>
              <a:defRPr sz="1050" b="0">
                <a:solidFill>
                  <a:srgbClr val="5E6D86"/>
                </a:solidFill>
                <a:latin typeface="Arial"/>
                <a:ea typeface="Arial"/>
                <a:cs typeface="Arial"/>
              </a:defRPr>
            </a:lvl3pPr>
            <a:lvl4pPr>
              <a:defRPr sz="1050" b="0">
                <a:solidFill>
                  <a:srgbClr val="5E6D86"/>
                </a:solidFill>
                <a:latin typeface="Arial"/>
                <a:ea typeface="Arial"/>
                <a:cs typeface="Arial"/>
              </a:defRPr>
            </a:lvl4pPr>
            <a:lvl5pPr>
              <a:defRPr sz="1050" b="0">
                <a:solidFill>
                  <a:srgbClr val="5E6D86"/>
                </a:solidFill>
                <a:latin typeface="Arial"/>
                <a:ea typeface="Arial"/>
                <a:cs typeface="Arial"/>
              </a:defRPr>
            </a:lvl5pPr>
            <a:lvl6pPr>
              <a:defRPr sz="1050" b="0">
                <a:solidFill>
                  <a:srgbClr val="5E6D86"/>
                </a:solidFill>
                <a:latin typeface="Arial"/>
                <a:ea typeface="Arial"/>
                <a:cs typeface="Arial"/>
              </a:defRPr>
            </a:lvl6pPr>
            <a:lvl7pPr>
              <a:defRPr sz="1050" b="0">
                <a:solidFill>
                  <a:srgbClr val="5E6D86"/>
                </a:solidFill>
                <a:latin typeface="Arial"/>
                <a:ea typeface="Arial"/>
                <a:cs typeface="Arial"/>
              </a:defRPr>
            </a:lvl7pPr>
            <a:lvl8pPr>
              <a:defRPr sz="1050" b="0">
                <a:solidFill>
                  <a:srgbClr val="5E6D86"/>
                </a:solidFill>
                <a:latin typeface="Arial"/>
                <a:ea typeface="Arial"/>
                <a:cs typeface="Arial"/>
              </a:defRPr>
            </a:lvl8pPr>
            <a:lvl9pPr>
              <a:defRPr sz="1050" b="0">
                <a:solidFill>
                  <a:srgbClr val="5E6D86"/>
                </a:solidFill>
                <a:latin typeface="Arial"/>
                <a:ea typeface="Arial"/>
                <a:cs typeface="Arial"/>
              </a:defRPr>
            </a:lvl9pPr>
          </a:lstStyle>
          <a:p xmlns:a="http://schemas.openxmlformats.org/drawingml/2006/main">
            <a:pPr>
              <a:defRPr sz="1050" b="0">
                <a:solidFill>
                  <a:srgbClr val="5E6D86"/>
                </a:solidFill>
                <a:latin typeface="Arial"/>
                <a:ea typeface="Arial"/>
                <a:cs typeface="Arial"/>
              </a:defRPr>
            </a:pPr>
            <a:r>
              <a:rPr sz="1050" b="0">
                <a:solidFill>
                  <a:srgbClr val="5E6D86"/>
                </a:solidFill>
                <a:latin typeface="Arial"/>
                <a:ea typeface="Arial"/>
                <a:cs typeface="Arial"/>
              </a:rPr>
              <a:t>03</a:t>
            </a:r>
          </a:p>
        </p:txBody>
      </p:sp>
      <p:sp>
        <p:nvSpPr>
          <p:cNvPr id="5" name="amount">
            <a:extLst xmlns:a="http://schemas.openxmlformats.org/drawingml/2006/main">
              <a:ext uri="{FF2B5EF4-FFF2-40B4-BE49-F238E27FC236}">
                <a16:creationId xmlns:a16="http://schemas.microsoft.com/office/drawing/2014/main" id="{57BB3F69-10A2-4EE3-9B74-7730810A79A6}"/>
              </a:ext>
            </a:extLst>
          </p:cNvPr>
          <p:cNvSpPr>
            <a:spLocks xmlns:a="http://schemas.openxmlformats.org/drawingml/2006/main" noGrp="1"/>
          </p:cNvSpPr>
          <p:nvPr/>
        </p:nvSpPr>
        <p:spPr>
          <a:xfrm xmlns:a="http://schemas.openxmlformats.org/drawingml/2006/main">
            <a:off x="609600" y="21907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650" b="1">
                <a:solidFill>
                  <a:srgbClr val="4359E8"/>
                </a:solidFill>
                <a:latin typeface="Arial"/>
                <a:ea typeface="Arial"/>
                <a:cs typeface="Arial"/>
              </a:defRPr>
            </a:defPPr>
            <a:lvl1pPr>
              <a:defRPr sz="4650" b="1">
                <a:solidFill>
                  <a:srgbClr val="4359E8"/>
                </a:solidFill>
                <a:latin typeface="Arial"/>
                <a:ea typeface="Arial"/>
                <a:cs typeface="Arial"/>
              </a:defRPr>
            </a:lvl1pPr>
            <a:lvl2pPr>
              <a:defRPr sz="4650" b="1">
                <a:solidFill>
                  <a:srgbClr val="4359E8"/>
                </a:solidFill>
                <a:latin typeface="Arial"/>
                <a:ea typeface="Arial"/>
                <a:cs typeface="Arial"/>
              </a:defRPr>
            </a:lvl2pPr>
            <a:lvl3pPr>
              <a:defRPr sz="4650" b="1">
                <a:solidFill>
                  <a:srgbClr val="4359E8"/>
                </a:solidFill>
                <a:latin typeface="Arial"/>
                <a:ea typeface="Arial"/>
                <a:cs typeface="Arial"/>
              </a:defRPr>
            </a:lvl3pPr>
            <a:lvl4pPr>
              <a:defRPr sz="4650" b="1">
                <a:solidFill>
                  <a:srgbClr val="4359E8"/>
                </a:solidFill>
                <a:latin typeface="Arial"/>
                <a:ea typeface="Arial"/>
                <a:cs typeface="Arial"/>
              </a:defRPr>
            </a:lvl4pPr>
            <a:lvl5pPr>
              <a:defRPr sz="4650" b="1">
                <a:solidFill>
                  <a:srgbClr val="4359E8"/>
                </a:solidFill>
                <a:latin typeface="Arial"/>
                <a:ea typeface="Arial"/>
                <a:cs typeface="Arial"/>
              </a:defRPr>
            </a:lvl5pPr>
            <a:lvl6pPr>
              <a:defRPr sz="4650" b="1">
                <a:solidFill>
                  <a:srgbClr val="4359E8"/>
                </a:solidFill>
                <a:latin typeface="Arial"/>
                <a:ea typeface="Arial"/>
                <a:cs typeface="Arial"/>
              </a:defRPr>
            </a:lvl6pPr>
            <a:lvl7pPr>
              <a:defRPr sz="4650" b="1">
                <a:solidFill>
                  <a:srgbClr val="4359E8"/>
                </a:solidFill>
                <a:latin typeface="Arial"/>
                <a:ea typeface="Arial"/>
                <a:cs typeface="Arial"/>
              </a:defRPr>
            </a:lvl7pPr>
            <a:lvl8pPr>
              <a:defRPr sz="4650" b="1">
                <a:solidFill>
                  <a:srgbClr val="4359E8"/>
                </a:solidFill>
                <a:latin typeface="Arial"/>
                <a:ea typeface="Arial"/>
                <a:cs typeface="Arial"/>
              </a:defRPr>
            </a:lvl8pPr>
            <a:lvl9pPr>
              <a:defRPr sz="4650" b="1">
                <a:solidFill>
                  <a:srgbClr val="4359E8"/>
                </a:solidFill>
                <a:latin typeface="Arial"/>
                <a:ea typeface="Arial"/>
                <a:cs typeface="Arial"/>
              </a:defRPr>
            </a:lvl9pPr>
          </a:lstStyle>
          <a:p xmlns:a="http://schemas.openxmlformats.org/drawingml/2006/main">
            <a:pPr>
              <a:defRPr sz="4650" b="1">
                <a:solidFill>
                  <a:srgbClr val="4359E8"/>
                </a:solidFill>
                <a:latin typeface="Arial"/>
                <a:ea typeface="Arial"/>
                <a:cs typeface="Arial"/>
              </a:defRPr>
            </a:pPr>
            <a:r>
              <a:rPr sz="4650" b="1">
                <a:solidFill>
                  <a:srgbClr val="4359E8"/>
                </a:solidFill>
                <a:latin typeface="Arial"/>
                <a:ea typeface="Arial"/>
                <a:cs typeface="Arial"/>
              </a:rPr>
              <a:t>$10,000</a:t>
            </a:r>
          </a:p>
        </p:txBody>
      </p:sp>
      <p:sp>
        <p:nvSpPr>
          <p:cNvPr id="6" name="scenario">
            <a:extLst xmlns:a="http://schemas.openxmlformats.org/drawingml/2006/main">
              <a:ext uri="{FF2B5EF4-FFF2-40B4-BE49-F238E27FC236}">
                <a16:creationId xmlns:a16="http://schemas.microsoft.com/office/drawing/2014/main" id="{AD3BB406-7B66-4053-A7B6-B310F12A155A}"/>
              </a:ext>
            </a:extLst>
          </p:cNvPr>
          <p:cNvSpPr>
            <a:spLocks xmlns:a="http://schemas.openxmlformats.org/drawingml/2006/main" noGrp="1"/>
          </p:cNvSpPr>
          <p:nvPr/>
        </p:nvSpPr>
        <p:spPr>
          <a:xfrm xmlns:a="http://schemas.openxmlformats.org/drawingml/2006/main">
            <a:off x="609600" y="3124200"/>
            <a:ext cx="3286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0304E"/>
                </a:solidFill>
                <a:latin typeface="Arial"/>
                <a:ea typeface="Arial"/>
                <a:cs typeface="Arial"/>
              </a:defRPr>
            </a:defPPr>
            <a:lvl1pPr>
              <a:defRPr sz="2100" b="1">
                <a:solidFill>
                  <a:srgbClr val="20304E"/>
                </a:solidFill>
                <a:latin typeface="Arial"/>
                <a:ea typeface="Arial"/>
                <a:cs typeface="Arial"/>
              </a:defRPr>
            </a:lvl1pPr>
            <a:lvl2pPr>
              <a:defRPr sz="2100" b="1">
                <a:solidFill>
                  <a:srgbClr val="20304E"/>
                </a:solidFill>
                <a:latin typeface="Arial"/>
                <a:ea typeface="Arial"/>
                <a:cs typeface="Arial"/>
              </a:defRPr>
            </a:lvl2pPr>
            <a:lvl3pPr>
              <a:defRPr sz="2100" b="1">
                <a:solidFill>
                  <a:srgbClr val="20304E"/>
                </a:solidFill>
                <a:latin typeface="Arial"/>
                <a:ea typeface="Arial"/>
                <a:cs typeface="Arial"/>
              </a:defRPr>
            </a:lvl3pPr>
            <a:lvl4pPr>
              <a:defRPr sz="2100" b="1">
                <a:solidFill>
                  <a:srgbClr val="20304E"/>
                </a:solidFill>
                <a:latin typeface="Arial"/>
                <a:ea typeface="Arial"/>
                <a:cs typeface="Arial"/>
              </a:defRPr>
            </a:lvl4pPr>
            <a:lvl5pPr>
              <a:defRPr sz="2100" b="1">
                <a:solidFill>
                  <a:srgbClr val="20304E"/>
                </a:solidFill>
                <a:latin typeface="Arial"/>
                <a:ea typeface="Arial"/>
                <a:cs typeface="Arial"/>
              </a:defRPr>
            </a:lvl5pPr>
            <a:lvl6pPr>
              <a:defRPr sz="2100" b="1">
                <a:solidFill>
                  <a:srgbClr val="20304E"/>
                </a:solidFill>
                <a:latin typeface="Arial"/>
                <a:ea typeface="Arial"/>
                <a:cs typeface="Arial"/>
              </a:defRPr>
            </a:lvl6pPr>
            <a:lvl7pPr>
              <a:defRPr sz="2100" b="1">
                <a:solidFill>
                  <a:srgbClr val="20304E"/>
                </a:solidFill>
                <a:latin typeface="Arial"/>
                <a:ea typeface="Arial"/>
                <a:cs typeface="Arial"/>
              </a:defRPr>
            </a:lvl7pPr>
            <a:lvl8pPr>
              <a:defRPr sz="2100" b="1">
                <a:solidFill>
                  <a:srgbClr val="20304E"/>
                </a:solidFill>
                <a:latin typeface="Arial"/>
                <a:ea typeface="Arial"/>
                <a:cs typeface="Arial"/>
              </a:defRPr>
            </a:lvl8pPr>
            <a:lvl9pPr>
              <a:defRPr sz="2100" b="1">
                <a:solidFill>
                  <a:srgbClr val="20304E"/>
                </a:solidFill>
                <a:latin typeface="Arial"/>
                <a:ea typeface="Arial"/>
                <a:cs typeface="Arial"/>
              </a:defRPr>
            </a:lvl9pPr>
          </a:lstStyle>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A home in two years</a:t>
            </a:r>
          </a:p>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Investing from India</a:t>
            </a:r>
          </a:p>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India and US access</a:t>
            </a:r>
          </a:p>
        </p:txBody>
      </p:sp>
      <p:sp>
        <p:nvSpPr>
          <p:cNvPr id="7" name="comfort">
            <a:extLst xmlns:a="http://schemas.openxmlformats.org/drawingml/2006/main">
              <a:ext uri="{FF2B5EF4-FFF2-40B4-BE49-F238E27FC236}">
                <a16:creationId xmlns:a16="http://schemas.microsoft.com/office/drawing/2014/main" id="{D02CF13A-175D-411E-A1C7-A5ED667E5FDC}"/>
              </a:ext>
            </a:extLst>
          </p:cNvPr>
          <p:cNvSpPr>
            <a:spLocks xmlns:a="http://schemas.openxmlformats.org/drawingml/2006/main" noGrp="1"/>
          </p:cNvSpPr>
          <p:nvPr/>
        </p:nvSpPr>
        <p:spPr>
          <a:xfrm xmlns:a="http://schemas.openxmlformats.org/drawingml/2006/main">
            <a:off x="609600" y="46672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E6D86"/>
                </a:solidFill>
                <a:latin typeface="Arial"/>
                <a:ea typeface="Arial"/>
                <a:cs typeface="Arial"/>
              </a:defRPr>
            </a:defPPr>
            <a:lvl1pPr>
              <a:defRPr sz="1875" b="0">
                <a:solidFill>
                  <a:srgbClr val="5E6D86"/>
                </a:solidFill>
                <a:latin typeface="Arial"/>
                <a:ea typeface="Arial"/>
                <a:cs typeface="Arial"/>
              </a:defRPr>
            </a:lvl1pPr>
            <a:lvl2pPr>
              <a:defRPr sz="1875" b="0">
                <a:solidFill>
                  <a:srgbClr val="5E6D86"/>
                </a:solidFill>
                <a:latin typeface="Arial"/>
                <a:ea typeface="Arial"/>
                <a:cs typeface="Arial"/>
              </a:defRPr>
            </a:lvl2pPr>
            <a:lvl3pPr>
              <a:defRPr sz="1875" b="0">
                <a:solidFill>
                  <a:srgbClr val="5E6D86"/>
                </a:solidFill>
                <a:latin typeface="Arial"/>
                <a:ea typeface="Arial"/>
                <a:cs typeface="Arial"/>
              </a:defRPr>
            </a:lvl3pPr>
            <a:lvl4pPr>
              <a:defRPr sz="1875" b="0">
                <a:solidFill>
                  <a:srgbClr val="5E6D86"/>
                </a:solidFill>
                <a:latin typeface="Arial"/>
                <a:ea typeface="Arial"/>
                <a:cs typeface="Arial"/>
              </a:defRPr>
            </a:lvl4pPr>
            <a:lvl5pPr>
              <a:defRPr sz="1875" b="0">
                <a:solidFill>
                  <a:srgbClr val="5E6D86"/>
                </a:solidFill>
                <a:latin typeface="Arial"/>
                <a:ea typeface="Arial"/>
                <a:cs typeface="Arial"/>
              </a:defRPr>
            </a:lvl5pPr>
            <a:lvl6pPr>
              <a:defRPr sz="1875" b="0">
                <a:solidFill>
                  <a:srgbClr val="5E6D86"/>
                </a:solidFill>
                <a:latin typeface="Arial"/>
                <a:ea typeface="Arial"/>
                <a:cs typeface="Arial"/>
              </a:defRPr>
            </a:lvl6pPr>
            <a:lvl7pPr>
              <a:defRPr sz="1875" b="0">
                <a:solidFill>
                  <a:srgbClr val="5E6D86"/>
                </a:solidFill>
                <a:latin typeface="Arial"/>
                <a:ea typeface="Arial"/>
                <a:cs typeface="Arial"/>
              </a:defRPr>
            </a:lvl7pPr>
            <a:lvl8pPr>
              <a:defRPr sz="1875" b="0">
                <a:solidFill>
                  <a:srgbClr val="5E6D86"/>
                </a:solidFill>
                <a:latin typeface="Arial"/>
                <a:ea typeface="Arial"/>
                <a:cs typeface="Arial"/>
              </a:defRPr>
            </a:lvl8pPr>
            <a:lvl9pPr>
              <a:defRPr sz="1875" b="0">
                <a:solidFill>
                  <a:srgbClr val="5E6D86"/>
                </a:solidFill>
                <a:latin typeface="Arial"/>
                <a:ea typeface="Arial"/>
                <a:cs typeface="Arial"/>
              </a:defRPr>
            </a:lvl9pPr>
          </a:lstStyle>
          <a:p xmlns:a="http://schemas.openxmlformats.org/drawingml/2006/main">
            <a:pPr>
              <a:defRPr sz="1875" b="0">
                <a:solidFill>
                  <a:srgbClr val="5E6D86"/>
                </a:solidFill>
                <a:latin typeface="Arial"/>
                <a:ea typeface="Arial"/>
                <a:cs typeface="Arial"/>
              </a:defRPr>
            </a:pPr>
            <a:r>
              <a:rPr sz="1875" b="0">
                <a:solidFill>
                  <a:srgbClr val="5E6D86"/>
                </a:solidFill>
                <a:latin typeface="Arial"/>
                <a:ea typeface="Arial"/>
                <a:cs typeface="Arial"/>
              </a:rPr>
              <a:t>20% volatility comfort</a:t>
            </a:r>
          </a:p>
          <a:p xmlns:a="http://schemas.openxmlformats.org/drawingml/2006/main">
            <a:pPr>
              <a:defRPr sz="1875" b="0">
                <a:solidFill>
                  <a:srgbClr val="5E6D86"/>
                </a:solidFill>
                <a:latin typeface="Arial"/>
                <a:ea typeface="Arial"/>
                <a:cs typeface="Arial"/>
              </a:defRPr>
            </a:pPr>
            <a:r>
              <a:rPr sz="1875" b="0">
                <a:solidFill>
                  <a:srgbClr val="5E6D86"/>
                </a:solidFill>
                <a:latin typeface="Arial"/>
                <a:ea typeface="Arial"/>
                <a:cs typeface="Arial"/>
              </a:rPr>
              <a:t>10% loss tolerance</a:t>
            </a:r>
          </a:p>
          <a:p xmlns:a="http://schemas.openxmlformats.org/drawingml/2006/main">
            <a:pPr>
              <a:defRPr sz="1875" b="0">
                <a:solidFill>
                  <a:srgbClr val="5E6D86"/>
                </a:solidFill>
                <a:latin typeface="Arial"/>
                <a:ea typeface="Arial"/>
                <a:cs typeface="Arial"/>
              </a:defRPr>
            </a:pPr>
            <a:r>
              <a:rPr sz="1875" b="0">
                <a:solidFill>
                  <a:srgbClr val="5E6D86"/>
                </a:solidFill>
                <a:latin typeface="Arial"/>
                <a:ea typeface="Arial"/>
                <a:cs typeface="Arial"/>
              </a:rPr>
              <a:t>A firm deadline</a:t>
            </a:r>
          </a:p>
        </p:txBody>
      </p:sp>
      <p:pic>
        <p:nvPicPr>
          <p:cNvPr id="8" name="">
            <a:extLst xmlns:a="http://schemas.openxmlformats.org/drawingml/2006/main">
              <a:ext uri="{FF2B5EF4-FFF2-40B4-BE49-F238E27FC236}">
                <a16:creationId xmlns:a16="http://schemas.microsoft.com/office/drawing/2014/main" id="{B9D04672-F7BC-45E8-BE7E-44FF7ACFBA43}"/>
              </a:ext>
            </a:extLst>
          </p:cNvPr>
          <p:cNvPicPr>
            <a:picLocks xmlns:a="http://schemas.openxmlformats.org/drawingml/2006/main" noChangeAspect="1"/>
          </p:cNvPicPr>
          <p:nvPr/>
        </p:nvPicPr>
        <p:blipFill>
          <a:blip xmlns:r="http://schemas.openxmlformats.org/officeDocument/2006/relationships" xmlns:a="http://schemas.openxmlformats.org/drawingml/2006/main" r:embed="R321f20c151134072"/>
          <a:stretch xmlns:a="http://schemas.openxmlformats.org/drawingml/2006/main"/>
        </p:blipFill>
        <p:spPr>
          <a:xfrm xmlns:a="http://schemas.openxmlformats.org/drawingml/2006/main">
            <a:off x="4067175" y="2041327"/>
            <a:ext cx="7524750" cy="4232672"/>
          </a:xfrm>
          <a:prstGeom xmlns:a="http://schemas.openxmlformats.org/drawingml/2006/main" prst="rect">
            <a:avLst/>
          </a:prstGeom>
        </p:spPr>
      </p:pic>
      <p:sp>
        <p:nvSpPr>
          <p:cNvPr id="9" name="scenario-disclosure">
            <a:extLst xmlns:a="http://schemas.openxmlformats.org/drawingml/2006/main">
              <a:ext uri="{FF2B5EF4-FFF2-40B4-BE49-F238E27FC236}">
                <a16:creationId xmlns:a16="http://schemas.microsoft.com/office/drawing/2014/main" id="{BD541E4E-830A-4787-8C1C-44231C3A8024}"/>
              </a:ext>
            </a:extLst>
          </p:cNvPr>
          <p:cNvSpPr>
            <a:spLocks xmlns:a="http://schemas.openxmlformats.org/drawingml/2006/main" noGrp="1"/>
          </p:cNvSpPr>
          <p:nvPr/>
        </p:nvSpPr>
        <p:spPr>
          <a:xfrm xmlns:a="http://schemas.openxmlformats.org/drawingml/2006/main">
            <a:off x="609600" y="63722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a:solidFill>
                  <a:srgbClr val="5E6D86"/>
                </a:solidFill>
                <a:latin typeface="Arial"/>
                <a:ea typeface="Arial"/>
                <a:cs typeface="Arial"/>
              </a:defRPr>
            </a:defPPr>
            <a:lvl1pPr>
              <a:defRPr sz="1050">
                <a:solidFill>
                  <a:srgbClr val="5E6D86"/>
                </a:solidFill>
                <a:latin typeface="Arial"/>
                <a:ea typeface="Arial"/>
                <a:cs typeface="Arial"/>
              </a:defRPr>
            </a:lvl1pPr>
            <a:lvl2pPr>
              <a:defRPr sz="1050">
                <a:solidFill>
                  <a:srgbClr val="5E6D86"/>
                </a:solidFill>
                <a:latin typeface="Arial"/>
                <a:ea typeface="Arial"/>
                <a:cs typeface="Arial"/>
              </a:defRPr>
            </a:lvl2pPr>
            <a:lvl3pPr>
              <a:defRPr sz="1050">
                <a:solidFill>
                  <a:srgbClr val="5E6D86"/>
                </a:solidFill>
                <a:latin typeface="Arial"/>
                <a:ea typeface="Arial"/>
                <a:cs typeface="Arial"/>
              </a:defRPr>
            </a:lvl3pPr>
            <a:lvl4pPr>
              <a:defRPr sz="1050">
                <a:solidFill>
                  <a:srgbClr val="5E6D86"/>
                </a:solidFill>
                <a:latin typeface="Arial"/>
                <a:ea typeface="Arial"/>
                <a:cs typeface="Arial"/>
              </a:defRPr>
            </a:lvl4pPr>
            <a:lvl5pPr>
              <a:defRPr sz="1050">
                <a:solidFill>
                  <a:srgbClr val="5E6D86"/>
                </a:solidFill>
                <a:latin typeface="Arial"/>
                <a:ea typeface="Arial"/>
                <a:cs typeface="Arial"/>
              </a:defRPr>
            </a:lvl5pPr>
            <a:lvl6pPr>
              <a:defRPr sz="1050">
                <a:solidFill>
                  <a:srgbClr val="5E6D86"/>
                </a:solidFill>
                <a:latin typeface="Arial"/>
                <a:ea typeface="Arial"/>
                <a:cs typeface="Arial"/>
              </a:defRPr>
            </a:lvl6pPr>
            <a:lvl7pPr>
              <a:defRPr sz="1050">
                <a:solidFill>
                  <a:srgbClr val="5E6D86"/>
                </a:solidFill>
                <a:latin typeface="Arial"/>
                <a:ea typeface="Arial"/>
                <a:cs typeface="Arial"/>
              </a:defRPr>
            </a:lvl7pPr>
            <a:lvl8pPr>
              <a:defRPr sz="1050">
                <a:solidFill>
                  <a:srgbClr val="5E6D86"/>
                </a:solidFill>
                <a:latin typeface="Arial"/>
                <a:ea typeface="Arial"/>
                <a:cs typeface="Arial"/>
              </a:defRPr>
            </a:lvl8pPr>
            <a:lvl9pPr>
              <a:defRPr sz="1050">
                <a:solidFill>
                  <a:srgbClr val="5E6D86"/>
                </a:solidFill>
                <a:latin typeface="Arial"/>
                <a:ea typeface="Arial"/>
                <a:cs typeface="Arial"/>
              </a:defRPr>
            </a:lvl9pPr>
          </a:lstStyle>
          <a:p xmlns:a="http://schemas.openxmlformats.org/drawingml/2006/main">
            <a:pPr>
              <a:defRPr sz="1050">
                <a:solidFill>
                  <a:srgbClr val="5E6D86"/>
                </a:solidFill>
                <a:latin typeface="Arial"/>
                <a:ea typeface="Arial"/>
                <a:cs typeface="Arial"/>
              </a:defRPr>
            </a:pPr>
            <a:r>
              <a:rPr sz="1050">
                <a:solidFill>
                  <a:srgbClr val="5E6D86"/>
                </a:solidFill>
                <a:latin typeface="Arial"/>
                <a:ea typeface="Arial"/>
                <a:cs typeface="Arial"/>
              </a:rPr>
              <a:t>Illustrative inputs entered in the hosted application.</a:t>
            </a:r>
          </a:p>
        </p:txBody>
      </p:sp>
    </p:spTree>
    <p:extLst>
      <p:ext uri="{BB962C8B-B14F-4D97-AF65-F5344CB8AC3E}">
        <p14:creationId xmlns:p14="http://schemas.microsoft.com/office/powerpoint/2010/main" val="1986179744"/>
      </p:ext>
    </p:extLst>
  </p:cSld>
</p:sld>
</file>

<file path=ppt/slides/slide4.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EEF14A3F-BD61-49D1-AEEB-95884711CBF0}"/>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20304E"/>
                </a:solidFill>
                <a:latin typeface="Arial"/>
                <a:ea typeface="Arial"/>
                <a:cs typeface="Arial"/>
              </a:defRPr>
            </a:defPPr>
            <a:lvl1pPr>
              <a:defRPr sz="3225" b="1">
                <a:solidFill>
                  <a:srgbClr val="20304E"/>
                </a:solidFill>
                <a:latin typeface="Arial"/>
                <a:ea typeface="Arial"/>
                <a:cs typeface="Arial"/>
              </a:defRPr>
            </a:lvl1pPr>
            <a:lvl2pPr>
              <a:defRPr sz="3225" b="1">
                <a:solidFill>
                  <a:srgbClr val="20304E"/>
                </a:solidFill>
                <a:latin typeface="Arial"/>
                <a:ea typeface="Arial"/>
                <a:cs typeface="Arial"/>
              </a:defRPr>
            </a:lvl2pPr>
            <a:lvl3pPr>
              <a:defRPr sz="3225" b="1">
                <a:solidFill>
                  <a:srgbClr val="20304E"/>
                </a:solidFill>
                <a:latin typeface="Arial"/>
                <a:ea typeface="Arial"/>
                <a:cs typeface="Arial"/>
              </a:defRPr>
            </a:lvl3pPr>
            <a:lvl4pPr>
              <a:defRPr sz="3225" b="1">
                <a:solidFill>
                  <a:srgbClr val="20304E"/>
                </a:solidFill>
                <a:latin typeface="Arial"/>
                <a:ea typeface="Arial"/>
                <a:cs typeface="Arial"/>
              </a:defRPr>
            </a:lvl4pPr>
            <a:lvl5pPr>
              <a:defRPr sz="3225" b="1">
                <a:solidFill>
                  <a:srgbClr val="20304E"/>
                </a:solidFill>
                <a:latin typeface="Arial"/>
                <a:ea typeface="Arial"/>
                <a:cs typeface="Arial"/>
              </a:defRPr>
            </a:lvl5pPr>
            <a:lvl6pPr>
              <a:defRPr sz="3225" b="1">
                <a:solidFill>
                  <a:srgbClr val="20304E"/>
                </a:solidFill>
                <a:latin typeface="Arial"/>
                <a:ea typeface="Arial"/>
                <a:cs typeface="Arial"/>
              </a:defRPr>
            </a:lvl6pPr>
            <a:lvl7pPr>
              <a:defRPr sz="3225" b="1">
                <a:solidFill>
                  <a:srgbClr val="20304E"/>
                </a:solidFill>
                <a:latin typeface="Arial"/>
                <a:ea typeface="Arial"/>
                <a:cs typeface="Arial"/>
              </a:defRPr>
            </a:lvl7pPr>
            <a:lvl8pPr>
              <a:defRPr sz="3225" b="1">
                <a:solidFill>
                  <a:srgbClr val="20304E"/>
                </a:solidFill>
                <a:latin typeface="Arial"/>
                <a:ea typeface="Arial"/>
                <a:cs typeface="Arial"/>
              </a:defRPr>
            </a:lvl8pPr>
            <a:lvl9pPr>
              <a:defRPr sz="3225" b="1">
                <a:solidFill>
                  <a:srgbClr val="20304E"/>
                </a:solidFill>
                <a:latin typeface="Arial"/>
                <a:ea typeface="Arial"/>
                <a:cs typeface="Arial"/>
              </a:defRPr>
            </a:lvl9pPr>
          </a:lstStyle>
          <a:p xmlns:a="http://schemas.openxmlformats.org/drawingml/2006/main">
            <a:pPr>
              <a:defRPr sz="3225" b="1">
                <a:solidFill>
                  <a:srgbClr val="20304E"/>
                </a:solidFill>
                <a:latin typeface="Arial"/>
                <a:ea typeface="Arial"/>
                <a:cs typeface="Arial"/>
              </a:defRPr>
            </a:pPr>
            <a:r>
              <a:rPr sz="3225" b="1">
                <a:solidFill>
                  <a:srgbClr val="20304E"/>
                </a:solidFill>
                <a:latin typeface="Arial"/>
                <a:ea typeface="Arial"/>
                <a:cs typeface="Arial"/>
              </a:rPr>
              <a:t>A firm deadline can make the answer cash first</a:t>
            </a:r>
          </a:p>
        </p:txBody>
      </p:sp>
      <p:sp>
        <p:nvSpPr>
          <p:cNvPr id="3" name="accent">
            <a:extLst xmlns:a="http://schemas.openxmlformats.org/drawingml/2006/main">
              <a:ext uri="{FF2B5EF4-FFF2-40B4-BE49-F238E27FC236}">
                <a16:creationId xmlns:a16="http://schemas.microsoft.com/office/drawing/2014/main" id="{B4C9A39D-917B-4D36-BC40-4B8B1D1F15B7}"/>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4" name="folio">
            <a:extLst xmlns:a="http://schemas.openxmlformats.org/drawingml/2006/main">
              <a:ext uri="{FF2B5EF4-FFF2-40B4-BE49-F238E27FC236}">
                <a16:creationId xmlns:a16="http://schemas.microsoft.com/office/drawing/2014/main" id="{06C2285D-97FE-4A3A-B2A7-1AA94A04EF61}"/>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E6D86"/>
                </a:solidFill>
                <a:latin typeface="Arial"/>
                <a:ea typeface="Arial"/>
                <a:cs typeface="Arial"/>
              </a:defRPr>
            </a:defPPr>
            <a:lvl1pPr>
              <a:defRPr sz="1050" b="0">
                <a:solidFill>
                  <a:srgbClr val="5E6D86"/>
                </a:solidFill>
                <a:latin typeface="Arial"/>
                <a:ea typeface="Arial"/>
                <a:cs typeface="Arial"/>
              </a:defRPr>
            </a:lvl1pPr>
            <a:lvl2pPr>
              <a:defRPr sz="1050" b="0">
                <a:solidFill>
                  <a:srgbClr val="5E6D86"/>
                </a:solidFill>
                <a:latin typeface="Arial"/>
                <a:ea typeface="Arial"/>
                <a:cs typeface="Arial"/>
              </a:defRPr>
            </a:lvl2pPr>
            <a:lvl3pPr>
              <a:defRPr sz="1050" b="0">
                <a:solidFill>
                  <a:srgbClr val="5E6D86"/>
                </a:solidFill>
                <a:latin typeface="Arial"/>
                <a:ea typeface="Arial"/>
                <a:cs typeface="Arial"/>
              </a:defRPr>
            </a:lvl3pPr>
            <a:lvl4pPr>
              <a:defRPr sz="1050" b="0">
                <a:solidFill>
                  <a:srgbClr val="5E6D86"/>
                </a:solidFill>
                <a:latin typeface="Arial"/>
                <a:ea typeface="Arial"/>
                <a:cs typeface="Arial"/>
              </a:defRPr>
            </a:lvl4pPr>
            <a:lvl5pPr>
              <a:defRPr sz="1050" b="0">
                <a:solidFill>
                  <a:srgbClr val="5E6D86"/>
                </a:solidFill>
                <a:latin typeface="Arial"/>
                <a:ea typeface="Arial"/>
                <a:cs typeface="Arial"/>
              </a:defRPr>
            </a:lvl5pPr>
            <a:lvl6pPr>
              <a:defRPr sz="1050" b="0">
                <a:solidFill>
                  <a:srgbClr val="5E6D86"/>
                </a:solidFill>
                <a:latin typeface="Arial"/>
                <a:ea typeface="Arial"/>
                <a:cs typeface="Arial"/>
              </a:defRPr>
            </a:lvl6pPr>
            <a:lvl7pPr>
              <a:defRPr sz="1050" b="0">
                <a:solidFill>
                  <a:srgbClr val="5E6D86"/>
                </a:solidFill>
                <a:latin typeface="Arial"/>
                <a:ea typeface="Arial"/>
                <a:cs typeface="Arial"/>
              </a:defRPr>
            </a:lvl7pPr>
            <a:lvl8pPr>
              <a:defRPr sz="1050" b="0">
                <a:solidFill>
                  <a:srgbClr val="5E6D86"/>
                </a:solidFill>
                <a:latin typeface="Arial"/>
                <a:ea typeface="Arial"/>
                <a:cs typeface="Arial"/>
              </a:defRPr>
            </a:lvl8pPr>
            <a:lvl9pPr>
              <a:defRPr sz="1050" b="0">
                <a:solidFill>
                  <a:srgbClr val="5E6D86"/>
                </a:solidFill>
                <a:latin typeface="Arial"/>
                <a:ea typeface="Arial"/>
                <a:cs typeface="Arial"/>
              </a:defRPr>
            </a:lvl9pPr>
          </a:lstStyle>
          <a:p xmlns:a="http://schemas.openxmlformats.org/drawingml/2006/main">
            <a:pPr>
              <a:defRPr sz="1050" b="0">
                <a:solidFill>
                  <a:srgbClr val="5E6D86"/>
                </a:solidFill>
                <a:latin typeface="Arial"/>
                <a:ea typeface="Arial"/>
                <a:cs typeface="Arial"/>
              </a:defRPr>
            </a:pPr>
            <a:r>
              <a:rPr sz="1050" b="0">
                <a:solidFill>
                  <a:srgbClr val="5E6D86"/>
                </a:solidFill>
                <a:latin typeface="Arial"/>
                <a:ea typeface="Arial"/>
                <a:cs typeface="Arial"/>
              </a:rPr>
              <a:t>04</a:t>
            </a:r>
          </a:p>
        </p:txBody>
      </p:sp>
      <p:sp>
        <p:nvSpPr>
          <p:cNvPr id="5" name="budget">
            <a:extLst xmlns:a="http://schemas.openxmlformats.org/drawingml/2006/main">
              <a:ext uri="{FF2B5EF4-FFF2-40B4-BE49-F238E27FC236}">
                <a16:creationId xmlns:a16="http://schemas.microsoft.com/office/drawing/2014/main" id="{978D318B-EA8B-43BA-8012-D24A93124832}"/>
              </a:ext>
            </a:extLst>
          </p:cNvPr>
          <p:cNvSpPr>
            <a:spLocks xmlns:a="http://schemas.openxmlformats.org/drawingml/2006/main" noGrp="1"/>
          </p:cNvSpPr>
          <p:nvPr/>
        </p:nvSpPr>
        <p:spPr>
          <a:xfrm xmlns:a="http://schemas.openxmlformats.org/drawingml/2006/main">
            <a:off x="609600" y="208597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20304E"/>
                </a:solidFill>
                <a:latin typeface="Arial"/>
                <a:ea typeface="Arial"/>
                <a:cs typeface="Arial"/>
              </a:defRPr>
            </a:defPPr>
            <a:lvl1pPr>
              <a:defRPr sz="2700" b="1">
                <a:solidFill>
                  <a:srgbClr val="20304E"/>
                </a:solidFill>
                <a:latin typeface="Arial"/>
                <a:ea typeface="Arial"/>
                <a:cs typeface="Arial"/>
              </a:defRPr>
            </a:lvl1pPr>
            <a:lvl2pPr>
              <a:defRPr sz="2700" b="1">
                <a:solidFill>
                  <a:srgbClr val="20304E"/>
                </a:solidFill>
                <a:latin typeface="Arial"/>
                <a:ea typeface="Arial"/>
                <a:cs typeface="Arial"/>
              </a:defRPr>
            </a:lvl2pPr>
            <a:lvl3pPr>
              <a:defRPr sz="2700" b="1">
                <a:solidFill>
                  <a:srgbClr val="20304E"/>
                </a:solidFill>
                <a:latin typeface="Arial"/>
                <a:ea typeface="Arial"/>
                <a:cs typeface="Arial"/>
              </a:defRPr>
            </a:lvl3pPr>
            <a:lvl4pPr>
              <a:defRPr sz="2700" b="1">
                <a:solidFill>
                  <a:srgbClr val="20304E"/>
                </a:solidFill>
                <a:latin typeface="Arial"/>
                <a:ea typeface="Arial"/>
                <a:cs typeface="Arial"/>
              </a:defRPr>
            </a:lvl4pPr>
            <a:lvl5pPr>
              <a:defRPr sz="2700" b="1">
                <a:solidFill>
                  <a:srgbClr val="20304E"/>
                </a:solidFill>
                <a:latin typeface="Arial"/>
                <a:ea typeface="Arial"/>
                <a:cs typeface="Arial"/>
              </a:defRPr>
            </a:lvl5pPr>
            <a:lvl6pPr>
              <a:defRPr sz="2700" b="1">
                <a:solidFill>
                  <a:srgbClr val="20304E"/>
                </a:solidFill>
                <a:latin typeface="Arial"/>
                <a:ea typeface="Arial"/>
                <a:cs typeface="Arial"/>
              </a:defRPr>
            </a:lvl6pPr>
            <a:lvl7pPr>
              <a:defRPr sz="2700" b="1">
                <a:solidFill>
                  <a:srgbClr val="20304E"/>
                </a:solidFill>
                <a:latin typeface="Arial"/>
                <a:ea typeface="Arial"/>
                <a:cs typeface="Arial"/>
              </a:defRPr>
            </a:lvl7pPr>
            <a:lvl8pPr>
              <a:defRPr sz="2700" b="1">
                <a:solidFill>
                  <a:srgbClr val="20304E"/>
                </a:solidFill>
                <a:latin typeface="Arial"/>
                <a:ea typeface="Arial"/>
                <a:cs typeface="Arial"/>
              </a:defRPr>
            </a:lvl8pPr>
            <a:lvl9pPr>
              <a:defRPr sz="2700" b="1">
                <a:solidFill>
                  <a:srgbClr val="20304E"/>
                </a:solidFill>
                <a:latin typeface="Arial"/>
                <a:ea typeface="Arial"/>
                <a:cs typeface="Arial"/>
              </a:defRPr>
            </a:lvl9pPr>
          </a:lstStyle>
          <a:p xmlns:a="http://schemas.openxmlformats.org/drawingml/2006/main">
            <a:pPr>
              <a:defRPr sz="2700" b="1">
                <a:solidFill>
                  <a:srgbClr val="20304E"/>
                </a:solidFill>
                <a:latin typeface="Arial"/>
                <a:ea typeface="Arial"/>
                <a:cs typeface="Arial"/>
              </a:defRPr>
            </a:pPr>
            <a:r>
              <a:rPr sz="2700" b="1">
                <a:solidFill>
                  <a:srgbClr val="20304E"/>
                </a:solidFill>
                <a:latin typeface="Arial"/>
                <a:ea typeface="Arial"/>
                <a:cs typeface="Arial"/>
              </a:rPr>
              <a:t>$10,000 budget</a:t>
            </a:r>
          </a:p>
        </p:txBody>
      </p:sp>
      <p:sp>
        <p:nvSpPr>
          <p:cNvPr id="6" name="allocation">
            <a:extLst xmlns:a="http://schemas.openxmlformats.org/drawingml/2006/main">
              <a:ext uri="{FF2B5EF4-FFF2-40B4-BE49-F238E27FC236}">
                <a16:creationId xmlns:a16="http://schemas.microsoft.com/office/drawing/2014/main" id="{8C473474-EB5B-425A-AAC3-D36DEBFF686C}"/>
              </a:ext>
            </a:extLst>
          </p:cNvPr>
          <p:cNvSpPr>
            <a:spLocks xmlns:a="http://schemas.openxmlformats.org/drawingml/2006/main" noGrp="1"/>
          </p:cNvSpPr>
          <p:nvPr/>
        </p:nvSpPr>
        <p:spPr>
          <a:xfrm xmlns:a="http://schemas.openxmlformats.org/drawingml/2006/main">
            <a:off x="609600" y="280035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525" b="1">
                <a:solidFill>
                  <a:srgbClr val="4359E8"/>
                </a:solidFill>
                <a:latin typeface="Arial"/>
                <a:ea typeface="Arial"/>
                <a:cs typeface="Arial"/>
              </a:defRPr>
            </a:defPPr>
            <a:lvl1pPr>
              <a:defRPr sz="3525" b="1">
                <a:solidFill>
                  <a:srgbClr val="4359E8"/>
                </a:solidFill>
                <a:latin typeface="Arial"/>
                <a:ea typeface="Arial"/>
                <a:cs typeface="Arial"/>
              </a:defRPr>
            </a:lvl1pPr>
            <a:lvl2pPr>
              <a:defRPr sz="3525" b="1">
                <a:solidFill>
                  <a:srgbClr val="4359E8"/>
                </a:solidFill>
                <a:latin typeface="Arial"/>
                <a:ea typeface="Arial"/>
                <a:cs typeface="Arial"/>
              </a:defRPr>
            </a:lvl2pPr>
            <a:lvl3pPr>
              <a:defRPr sz="3525" b="1">
                <a:solidFill>
                  <a:srgbClr val="4359E8"/>
                </a:solidFill>
                <a:latin typeface="Arial"/>
                <a:ea typeface="Arial"/>
                <a:cs typeface="Arial"/>
              </a:defRPr>
            </a:lvl3pPr>
            <a:lvl4pPr>
              <a:defRPr sz="3525" b="1">
                <a:solidFill>
                  <a:srgbClr val="4359E8"/>
                </a:solidFill>
                <a:latin typeface="Arial"/>
                <a:ea typeface="Arial"/>
                <a:cs typeface="Arial"/>
              </a:defRPr>
            </a:lvl4pPr>
            <a:lvl5pPr>
              <a:defRPr sz="3525" b="1">
                <a:solidFill>
                  <a:srgbClr val="4359E8"/>
                </a:solidFill>
                <a:latin typeface="Arial"/>
                <a:ea typeface="Arial"/>
                <a:cs typeface="Arial"/>
              </a:defRPr>
            </a:lvl5pPr>
            <a:lvl6pPr>
              <a:defRPr sz="3525" b="1">
                <a:solidFill>
                  <a:srgbClr val="4359E8"/>
                </a:solidFill>
                <a:latin typeface="Arial"/>
                <a:ea typeface="Arial"/>
                <a:cs typeface="Arial"/>
              </a:defRPr>
            </a:lvl6pPr>
            <a:lvl7pPr>
              <a:defRPr sz="3525" b="1">
                <a:solidFill>
                  <a:srgbClr val="4359E8"/>
                </a:solidFill>
                <a:latin typeface="Arial"/>
                <a:ea typeface="Arial"/>
                <a:cs typeface="Arial"/>
              </a:defRPr>
            </a:lvl7pPr>
            <a:lvl8pPr>
              <a:defRPr sz="3525" b="1">
                <a:solidFill>
                  <a:srgbClr val="4359E8"/>
                </a:solidFill>
                <a:latin typeface="Arial"/>
                <a:ea typeface="Arial"/>
                <a:cs typeface="Arial"/>
              </a:defRPr>
            </a:lvl8pPr>
            <a:lvl9pPr>
              <a:defRPr sz="3525" b="1">
                <a:solidFill>
                  <a:srgbClr val="4359E8"/>
                </a:solidFill>
                <a:latin typeface="Arial"/>
                <a:ea typeface="Arial"/>
                <a:cs typeface="Arial"/>
              </a:defRPr>
            </a:lvl9pPr>
          </a:lstStyle>
          <a:p xmlns:a="http://schemas.openxmlformats.org/drawingml/2006/main">
            <a:pPr>
              <a:defRPr sz="3525" b="1">
                <a:solidFill>
                  <a:srgbClr val="4359E8"/>
                </a:solidFill>
                <a:latin typeface="Arial"/>
                <a:ea typeface="Arial"/>
                <a:cs typeface="Arial"/>
              </a:defRPr>
            </a:pPr>
            <a:r>
              <a:rPr sz="3525" b="1">
                <a:solidFill>
                  <a:srgbClr val="4359E8"/>
                </a:solidFill>
                <a:latin typeface="Arial"/>
                <a:ea typeface="Arial"/>
                <a:cs typeface="Arial"/>
              </a:rPr>
              <a:t>100% reserved</a:t>
            </a:r>
          </a:p>
        </p:txBody>
      </p:sp>
      <p:sp>
        <p:nvSpPr>
          <p:cNvPr id="7" name="result">
            <a:extLst xmlns:a="http://schemas.openxmlformats.org/drawingml/2006/main">
              <a:ext uri="{FF2B5EF4-FFF2-40B4-BE49-F238E27FC236}">
                <a16:creationId xmlns:a16="http://schemas.microsoft.com/office/drawing/2014/main" id="{2E1F861A-8D19-4B56-A59B-236055083A18}"/>
              </a:ext>
            </a:extLst>
          </p:cNvPr>
          <p:cNvSpPr>
            <a:spLocks xmlns:a="http://schemas.openxmlformats.org/drawingml/2006/main" noGrp="1"/>
          </p:cNvSpPr>
          <p:nvPr/>
        </p:nvSpPr>
        <p:spPr>
          <a:xfrm xmlns:a="http://schemas.openxmlformats.org/drawingml/2006/main">
            <a:off x="609600" y="37147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0304E"/>
                </a:solidFill>
                <a:latin typeface="Arial"/>
                <a:ea typeface="Arial"/>
                <a:cs typeface="Arial"/>
              </a:defRPr>
            </a:defPPr>
            <a:lvl1pPr>
              <a:defRPr sz="2100" b="1">
                <a:solidFill>
                  <a:srgbClr val="20304E"/>
                </a:solidFill>
                <a:latin typeface="Arial"/>
                <a:ea typeface="Arial"/>
                <a:cs typeface="Arial"/>
              </a:defRPr>
            </a:lvl1pPr>
            <a:lvl2pPr>
              <a:defRPr sz="2100" b="1">
                <a:solidFill>
                  <a:srgbClr val="20304E"/>
                </a:solidFill>
                <a:latin typeface="Arial"/>
                <a:ea typeface="Arial"/>
                <a:cs typeface="Arial"/>
              </a:defRPr>
            </a:lvl2pPr>
            <a:lvl3pPr>
              <a:defRPr sz="2100" b="1">
                <a:solidFill>
                  <a:srgbClr val="20304E"/>
                </a:solidFill>
                <a:latin typeface="Arial"/>
                <a:ea typeface="Arial"/>
                <a:cs typeface="Arial"/>
              </a:defRPr>
            </a:lvl3pPr>
            <a:lvl4pPr>
              <a:defRPr sz="2100" b="1">
                <a:solidFill>
                  <a:srgbClr val="20304E"/>
                </a:solidFill>
                <a:latin typeface="Arial"/>
                <a:ea typeface="Arial"/>
                <a:cs typeface="Arial"/>
              </a:defRPr>
            </a:lvl4pPr>
            <a:lvl5pPr>
              <a:defRPr sz="2100" b="1">
                <a:solidFill>
                  <a:srgbClr val="20304E"/>
                </a:solidFill>
                <a:latin typeface="Arial"/>
                <a:ea typeface="Arial"/>
                <a:cs typeface="Arial"/>
              </a:defRPr>
            </a:lvl5pPr>
            <a:lvl6pPr>
              <a:defRPr sz="2100" b="1">
                <a:solidFill>
                  <a:srgbClr val="20304E"/>
                </a:solidFill>
                <a:latin typeface="Arial"/>
                <a:ea typeface="Arial"/>
                <a:cs typeface="Arial"/>
              </a:defRPr>
            </a:lvl6pPr>
            <a:lvl7pPr>
              <a:defRPr sz="2100" b="1">
                <a:solidFill>
                  <a:srgbClr val="20304E"/>
                </a:solidFill>
                <a:latin typeface="Arial"/>
                <a:ea typeface="Arial"/>
                <a:cs typeface="Arial"/>
              </a:defRPr>
            </a:lvl7pPr>
            <a:lvl8pPr>
              <a:defRPr sz="2100" b="1">
                <a:solidFill>
                  <a:srgbClr val="20304E"/>
                </a:solidFill>
                <a:latin typeface="Arial"/>
                <a:ea typeface="Arial"/>
                <a:cs typeface="Arial"/>
              </a:defRPr>
            </a:lvl8pPr>
            <a:lvl9pPr>
              <a:defRPr sz="2100" b="1">
                <a:solidFill>
                  <a:srgbClr val="20304E"/>
                </a:solidFill>
                <a:latin typeface="Arial"/>
                <a:ea typeface="Arial"/>
                <a:cs typeface="Arial"/>
              </a:defRPr>
            </a:lvl9pPr>
          </a:lstStyle>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Accessible cash or a suitable</a:t>
            </a:r>
          </a:p>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matched-maturity deposit.</a:t>
            </a:r>
          </a:p>
        </p:txBody>
      </p:sp>
      <p:sp>
        <p:nvSpPr>
          <p:cNvPr id="8" name="caveat">
            <a:extLst xmlns:a="http://schemas.openxmlformats.org/drawingml/2006/main">
              <a:ext uri="{FF2B5EF4-FFF2-40B4-BE49-F238E27FC236}">
                <a16:creationId xmlns:a16="http://schemas.microsoft.com/office/drawing/2014/main" id="{F1DBF6C8-259F-4F52-A6B9-837F8DAE7F77}"/>
              </a:ext>
            </a:extLst>
          </p:cNvPr>
          <p:cNvSpPr>
            <a:spLocks xmlns:a="http://schemas.openxmlformats.org/drawingml/2006/main" noGrp="1"/>
          </p:cNvSpPr>
          <p:nvPr/>
        </p:nvSpPr>
        <p:spPr>
          <a:xfrm xmlns:a="http://schemas.openxmlformats.org/drawingml/2006/main">
            <a:off x="609600" y="4895850"/>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5E6D86"/>
                </a:solidFill>
                <a:latin typeface="Arial"/>
                <a:ea typeface="Arial"/>
                <a:cs typeface="Arial"/>
              </a:defRPr>
            </a:defPPr>
            <a:lvl1pPr>
              <a:defRPr sz="1725" b="0">
                <a:solidFill>
                  <a:srgbClr val="5E6D86"/>
                </a:solidFill>
                <a:latin typeface="Arial"/>
                <a:ea typeface="Arial"/>
                <a:cs typeface="Arial"/>
              </a:defRPr>
            </a:lvl1pPr>
            <a:lvl2pPr>
              <a:defRPr sz="1725" b="0">
                <a:solidFill>
                  <a:srgbClr val="5E6D86"/>
                </a:solidFill>
                <a:latin typeface="Arial"/>
                <a:ea typeface="Arial"/>
                <a:cs typeface="Arial"/>
              </a:defRPr>
            </a:lvl2pPr>
            <a:lvl3pPr>
              <a:defRPr sz="1725" b="0">
                <a:solidFill>
                  <a:srgbClr val="5E6D86"/>
                </a:solidFill>
                <a:latin typeface="Arial"/>
                <a:ea typeface="Arial"/>
                <a:cs typeface="Arial"/>
              </a:defRPr>
            </a:lvl3pPr>
            <a:lvl4pPr>
              <a:defRPr sz="1725" b="0">
                <a:solidFill>
                  <a:srgbClr val="5E6D86"/>
                </a:solidFill>
                <a:latin typeface="Arial"/>
                <a:ea typeface="Arial"/>
                <a:cs typeface="Arial"/>
              </a:defRPr>
            </a:lvl4pPr>
            <a:lvl5pPr>
              <a:defRPr sz="1725" b="0">
                <a:solidFill>
                  <a:srgbClr val="5E6D86"/>
                </a:solidFill>
                <a:latin typeface="Arial"/>
                <a:ea typeface="Arial"/>
                <a:cs typeface="Arial"/>
              </a:defRPr>
            </a:lvl5pPr>
            <a:lvl6pPr>
              <a:defRPr sz="1725" b="0">
                <a:solidFill>
                  <a:srgbClr val="5E6D86"/>
                </a:solidFill>
                <a:latin typeface="Arial"/>
                <a:ea typeface="Arial"/>
                <a:cs typeface="Arial"/>
              </a:defRPr>
            </a:lvl6pPr>
            <a:lvl7pPr>
              <a:defRPr sz="1725" b="0">
                <a:solidFill>
                  <a:srgbClr val="5E6D86"/>
                </a:solidFill>
                <a:latin typeface="Arial"/>
                <a:ea typeface="Arial"/>
                <a:cs typeface="Arial"/>
              </a:defRPr>
            </a:lvl7pPr>
            <a:lvl8pPr>
              <a:defRPr sz="1725" b="0">
                <a:solidFill>
                  <a:srgbClr val="5E6D86"/>
                </a:solidFill>
                <a:latin typeface="Arial"/>
                <a:ea typeface="Arial"/>
                <a:cs typeface="Arial"/>
              </a:defRPr>
            </a:lvl8pPr>
            <a:lvl9pPr>
              <a:defRPr sz="1725" b="0">
                <a:solidFill>
                  <a:srgbClr val="5E6D86"/>
                </a:solidFill>
                <a:latin typeface="Arial"/>
                <a:ea typeface="Arial"/>
                <a:cs typeface="Arial"/>
              </a:defRPr>
            </a:lvl9pPr>
          </a:lstStyle>
          <a:p xmlns:a="http://schemas.openxmlformats.org/drawingml/2006/main">
            <a:pPr>
              <a:defRPr sz="1725" b="0">
                <a:solidFill>
                  <a:srgbClr val="5E6D86"/>
                </a:solidFill>
                <a:latin typeface="Arial"/>
                <a:ea typeface="Arial"/>
                <a:cs typeface="Arial"/>
              </a:defRPr>
            </a:pPr>
            <a:r>
              <a:rPr sz="1725" b="0">
                <a:solidFill>
                  <a:srgbClr val="5E6D86"/>
                </a:solidFill>
                <a:latin typeface="Arial"/>
                <a:ea typeface="Arial"/>
                <a:cs typeface="Arial"/>
              </a:rPr>
              <a:t>No bank, rate or future return is assumed.</a:t>
            </a:r>
          </a:p>
          <a:p xmlns:a="http://schemas.openxmlformats.org/drawingml/2006/main">
            <a:pPr>
              <a:defRPr sz="1725" b="0">
                <a:solidFill>
                  <a:srgbClr val="5E6D86"/>
                </a:solidFill>
                <a:latin typeface="Arial"/>
                <a:ea typeface="Arial"/>
                <a:cs typeface="Arial"/>
              </a:defRPr>
            </a:pPr>
            <a:r>
              <a:rPr sz="1725" b="0">
                <a:solidFill>
                  <a:srgbClr val="5E6D86"/>
                </a:solidFill>
                <a:latin typeface="Arial"/>
                <a:ea typeface="Arial"/>
                <a:cs typeface="Arial"/>
              </a:rPr>
              <a:t>Product, currency and liquidity checks</a:t>
            </a:r>
          </a:p>
          <a:p xmlns:a="http://schemas.openxmlformats.org/drawingml/2006/main">
            <a:pPr>
              <a:defRPr sz="1725" b="0">
                <a:solidFill>
                  <a:srgbClr val="5E6D86"/>
                </a:solidFill>
                <a:latin typeface="Arial"/>
                <a:ea typeface="Arial"/>
                <a:cs typeface="Arial"/>
              </a:defRPr>
            </a:pPr>
            <a:r>
              <a:rPr sz="1725" b="0">
                <a:solidFill>
                  <a:srgbClr val="5E6D86"/>
                </a:solidFill>
                <a:latin typeface="Arial"/>
                <a:ea typeface="Arial"/>
                <a:cs typeface="Arial"/>
              </a:rPr>
              <a:t>remain necessary.</a:t>
            </a:r>
          </a:p>
        </p:txBody>
      </p:sp>
      <p:pic>
        <p:nvPicPr>
          <p:cNvPr id="9" name="">
            <a:extLst xmlns:a="http://schemas.openxmlformats.org/drawingml/2006/main">
              <a:ext uri="{FF2B5EF4-FFF2-40B4-BE49-F238E27FC236}">
                <a16:creationId xmlns:a16="http://schemas.microsoft.com/office/drawing/2014/main" id="{14901C79-F0BF-4D90-A884-40E9819A205C}"/>
              </a:ext>
            </a:extLst>
          </p:cNvPr>
          <p:cNvPicPr>
            <a:picLocks xmlns:a="http://schemas.openxmlformats.org/drawingml/2006/main" noChangeAspect="1"/>
          </p:cNvPicPr>
          <p:nvPr/>
        </p:nvPicPr>
        <p:blipFill>
          <a:blip xmlns:r="http://schemas.openxmlformats.org/officeDocument/2006/relationships" xmlns:a="http://schemas.openxmlformats.org/drawingml/2006/main" r:embed="Rfb66b63fb4244a57"/>
          <a:stretch xmlns:a="http://schemas.openxmlformats.org/drawingml/2006/main"/>
        </p:blipFill>
        <p:spPr>
          <a:xfrm xmlns:a="http://schemas.openxmlformats.org/drawingml/2006/main">
            <a:off x="4449763" y="2057400"/>
            <a:ext cx="7112000" cy="4000500"/>
          </a:xfrm>
          <a:prstGeom xmlns:a="http://schemas.openxmlformats.org/drawingml/2006/main" prst="rect">
            <a:avLst/>
          </a:prstGeom>
        </p:spPr>
      </p:pic>
      <p:sp>
        <p:nvSpPr>
          <p:cNvPr id="10" name="result-disclosure">
            <a:extLst xmlns:a="http://schemas.openxmlformats.org/drawingml/2006/main">
              <a:ext uri="{FF2B5EF4-FFF2-40B4-BE49-F238E27FC236}">
                <a16:creationId xmlns:a16="http://schemas.microsoft.com/office/drawing/2014/main" id="{8C5BF518-EACE-408F-B152-D2E83F2FEB37}"/>
              </a:ext>
            </a:extLst>
          </p:cNvPr>
          <p:cNvSpPr>
            <a:spLocks xmlns:a="http://schemas.openxmlformats.org/drawingml/2006/main" noGrp="1"/>
          </p:cNvSpPr>
          <p:nvPr/>
        </p:nvSpPr>
        <p:spPr>
          <a:xfrm xmlns:a="http://schemas.openxmlformats.org/drawingml/2006/main">
            <a:off x="609600" y="63722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a:solidFill>
                  <a:srgbClr val="5E6D86"/>
                </a:solidFill>
                <a:latin typeface="Arial"/>
                <a:ea typeface="Arial"/>
                <a:cs typeface="Arial"/>
              </a:defRPr>
            </a:defPPr>
            <a:lvl1pPr>
              <a:defRPr sz="1050">
                <a:solidFill>
                  <a:srgbClr val="5E6D86"/>
                </a:solidFill>
                <a:latin typeface="Arial"/>
                <a:ea typeface="Arial"/>
                <a:cs typeface="Arial"/>
              </a:defRPr>
            </a:lvl1pPr>
            <a:lvl2pPr>
              <a:defRPr sz="1050">
                <a:solidFill>
                  <a:srgbClr val="5E6D86"/>
                </a:solidFill>
                <a:latin typeface="Arial"/>
                <a:ea typeface="Arial"/>
                <a:cs typeface="Arial"/>
              </a:defRPr>
            </a:lvl2pPr>
            <a:lvl3pPr>
              <a:defRPr sz="1050">
                <a:solidFill>
                  <a:srgbClr val="5E6D86"/>
                </a:solidFill>
                <a:latin typeface="Arial"/>
                <a:ea typeface="Arial"/>
                <a:cs typeface="Arial"/>
              </a:defRPr>
            </a:lvl3pPr>
            <a:lvl4pPr>
              <a:defRPr sz="1050">
                <a:solidFill>
                  <a:srgbClr val="5E6D86"/>
                </a:solidFill>
                <a:latin typeface="Arial"/>
                <a:ea typeface="Arial"/>
                <a:cs typeface="Arial"/>
              </a:defRPr>
            </a:lvl4pPr>
            <a:lvl5pPr>
              <a:defRPr sz="1050">
                <a:solidFill>
                  <a:srgbClr val="5E6D86"/>
                </a:solidFill>
                <a:latin typeface="Arial"/>
                <a:ea typeface="Arial"/>
                <a:cs typeface="Arial"/>
              </a:defRPr>
            </a:lvl5pPr>
            <a:lvl6pPr>
              <a:defRPr sz="1050">
                <a:solidFill>
                  <a:srgbClr val="5E6D86"/>
                </a:solidFill>
                <a:latin typeface="Arial"/>
                <a:ea typeface="Arial"/>
                <a:cs typeface="Arial"/>
              </a:defRPr>
            </a:lvl6pPr>
            <a:lvl7pPr>
              <a:defRPr sz="1050">
                <a:solidFill>
                  <a:srgbClr val="5E6D86"/>
                </a:solidFill>
                <a:latin typeface="Arial"/>
                <a:ea typeface="Arial"/>
                <a:cs typeface="Arial"/>
              </a:defRPr>
            </a:lvl7pPr>
            <a:lvl8pPr>
              <a:defRPr sz="1050">
                <a:solidFill>
                  <a:srgbClr val="5E6D86"/>
                </a:solidFill>
                <a:latin typeface="Arial"/>
                <a:ea typeface="Arial"/>
                <a:cs typeface="Arial"/>
              </a:defRPr>
            </a:lvl8pPr>
            <a:lvl9pPr>
              <a:defRPr sz="1050">
                <a:solidFill>
                  <a:srgbClr val="5E6D86"/>
                </a:solidFill>
                <a:latin typeface="Arial"/>
                <a:ea typeface="Arial"/>
                <a:cs typeface="Arial"/>
              </a:defRPr>
            </a:lvl9pPr>
          </a:lstStyle>
          <a:p xmlns:a="http://schemas.openxmlformats.org/drawingml/2006/main">
            <a:pPr>
              <a:defRPr sz="1050">
                <a:solidFill>
                  <a:srgbClr val="5E6D86"/>
                </a:solidFill>
                <a:latin typeface="Arial"/>
                <a:ea typeface="Arial"/>
                <a:cs typeface="Arial"/>
              </a:defRPr>
            </a:pPr>
            <a:r>
              <a:rPr sz="1050">
                <a:solidFill>
                  <a:srgbClr val="5E6D86"/>
                </a:solidFill>
                <a:latin typeface="Arial"/>
                <a:ea typeface="Arial"/>
                <a:cs typeface="Arial"/>
              </a:rPr>
              <a:t>Actual conditional result for the illustrative two-year home goal.</a:t>
            </a:r>
          </a:p>
        </p:txBody>
      </p:sp>
    </p:spTree>
    <p:extLst>
      <p:ext uri="{BB962C8B-B14F-4D97-AF65-F5344CB8AC3E}">
        <p14:creationId xmlns:p14="http://schemas.microsoft.com/office/powerpoint/2010/main" val="1921423320"/>
      </p:ext>
    </p:extLst>
  </p:cSld>
</p:sld>
</file>

<file path=ppt/slides/slide5.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2410417E-B6B3-43E6-AD2C-DBD97C471D50}"/>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20304E"/>
                </a:solidFill>
                <a:latin typeface="Arial"/>
                <a:ea typeface="Arial"/>
                <a:cs typeface="Arial"/>
              </a:defRPr>
            </a:defPPr>
            <a:lvl1pPr>
              <a:defRPr sz="3225" b="1">
                <a:solidFill>
                  <a:srgbClr val="20304E"/>
                </a:solidFill>
                <a:latin typeface="Arial"/>
                <a:ea typeface="Arial"/>
                <a:cs typeface="Arial"/>
              </a:defRPr>
            </a:lvl1pPr>
            <a:lvl2pPr>
              <a:defRPr sz="3225" b="1">
                <a:solidFill>
                  <a:srgbClr val="20304E"/>
                </a:solidFill>
                <a:latin typeface="Arial"/>
                <a:ea typeface="Arial"/>
                <a:cs typeface="Arial"/>
              </a:defRPr>
            </a:lvl2pPr>
            <a:lvl3pPr>
              <a:defRPr sz="3225" b="1">
                <a:solidFill>
                  <a:srgbClr val="20304E"/>
                </a:solidFill>
                <a:latin typeface="Arial"/>
                <a:ea typeface="Arial"/>
                <a:cs typeface="Arial"/>
              </a:defRPr>
            </a:lvl3pPr>
            <a:lvl4pPr>
              <a:defRPr sz="3225" b="1">
                <a:solidFill>
                  <a:srgbClr val="20304E"/>
                </a:solidFill>
                <a:latin typeface="Arial"/>
                <a:ea typeface="Arial"/>
                <a:cs typeface="Arial"/>
              </a:defRPr>
            </a:lvl4pPr>
            <a:lvl5pPr>
              <a:defRPr sz="3225" b="1">
                <a:solidFill>
                  <a:srgbClr val="20304E"/>
                </a:solidFill>
                <a:latin typeface="Arial"/>
                <a:ea typeface="Arial"/>
                <a:cs typeface="Arial"/>
              </a:defRPr>
            </a:lvl5pPr>
            <a:lvl6pPr>
              <a:defRPr sz="3225" b="1">
                <a:solidFill>
                  <a:srgbClr val="20304E"/>
                </a:solidFill>
                <a:latin typeface="Arial"/>
                <a:ea typeface="Arial"/>
                <a:cs typeface="Arial"/>
              </a:defRPr>
            </a:lvl6pPr>
            <a:lvl7pPr>
              <a:defRPr sz="3225" b="1">
                <a:solidFill>
                  <a:srgbClr val="20304E"/>
                </a:solidFill>
                <a:latin typeface="Arial"/>
                <a:ea typeface="Arial"/>
                <a:cs typeface="Arial"/>
              </a:defRPr>
            </a:lvl7pPr>
            <a:lvl8pPr>
              <a:defRPr sz="3225" b="1">
                <a:solidFill>
                  <a:srgbClr val="20304E"/>
                </a:solidFill>
                <a:latin typeface="Arial"/>
                <a:ea typeface="Arial"/>
                <a:cs typeface="Arial"/>
              </a:defRPr>
            </a:lvl8pPr>
            <a:lvl9pPr>
              <a:defRPr sz="3225" b="1">
                <a:solidFill>
                  <a:srgbClr val="20304E"/>
                </a:solidFill>
                <a:latin typeface="Arial"/>
                <a:ea typeface="Arial"/>
                <a:cs typeface="Arial"/>
              </a:defRPr>
            </a:lvl9pPr>
          </a:lstStyle>
          <a:p xmlns:a="http://schemas.openxmlformats.org/drawingml/2006/main">
            <a:pPr>
              <a:defRPr sz="3225" b="1">
                <a:solidFill>
                  <a:srgbClr val="20304E"/>
                </a:solidFill>
                <a:latin typeface="Arial"/>
                <a:ea typeface="Arial"/>
                <a:cs typeface="Arial"/>
              </a:defRPr>
            </a:pPr>
            <a:r>
              <a:rPr sz="3225" b="1">
                <a:solidFill>
                  <a:srgbClr val="20304E"/>
                </a:solidFill>
                <a:latin typeface="Arial"/>
                <a:ea typeface="Arial"/>
                <a:cs typeface="Arial"/>
              </a:rPr>
              <a:t>The portfolio keeps inputs and observations visible</a:t>
            </a:r>
          </a:p>
        </p:txBody>
      </p:sp>
      <p:sp>
        <p:nvSpPr>
          <p:cNvPr id="3" name="accent">
            <a:extLst xmlns:a="http://schemas.openxmlformats.org/drawingml/2006/main">
              <a:ext uri="{FF2B5EF4-FFF2-40B4-BE49-F238E27FC236}">
                <a16:creationId xmlns:a16="http://schemas.microsoft.com/office/drawing/2014/main" id="{6FFB8717-B479-4538-A717-B1B3963FB605}"/>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4" name="folio">
            <a:extLst xmlns:a="http://schemas.openxmlformats.org/drawingml/2006/main">
              <a:ext uri="{FF2B5EF4-FFF2-40B4-BE49-F238E27FC236}">
                <a16:creationId xmlns:a16="http://schemas.microsoft.com/office/drawing/2014/main" id="{A8E16EFB-8A53-4F97-B2EB-E8A2C6DBAC09}"/>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E6D86"/>
                </a:solidFill>
                <a:latin typeface="Arial"/>
                <a:ea typeface="Arial"/>
                <a:cs typeface="Arial"/>
              </a:defRPr>
            </a:defPPr>
            <a:lvl1pPr>
              <a:defRPr sz="1050" b="0">
                <a:solidFill>
                  <a:srgbClr val="5E6D86"/>
                </a:solidFill>
                <a:latin typeface="Arial"/>
                <a:ea typeface="Arial"/>
                <a:cs typeface="Arial"/>
              </a:defRPr>
            </a:lvl1pPr>
            <a:lvl2pPr>
              <a:defRPr sz="1050" b="0">
                <a:solidFill>
                  <a:srgbClr val="5E6D86"/>
                </a:solidFill>
                <a:latin typeface="Arial"/>
                <a:ea typeface="Arial"/>
                <a:cs typeface="Arial"/>
              </a:defRPr>
            </a:lvl2pPr>
            <a:lvl3pPr>
              <a:defRPr sz="1050" b="0">
                <a:solidFill>
                  <a:srgbClr val="5E6D86"/>
                </a:solidFill>
                <a:latin typeface="Arial"/>
                <a:ea typeface="Arial"/>
                <a:cs typeface="Arial"/>
              </a:defRPr>
            </a:lvl3pPr>
            <a:lvl4pPr>
              <a:defRPr sz="1050" b="0">
                <a:solidFill>
                  <a:srgbClr val="5E6D86"/>
                </a:solidFill>
                <a:latin typeface="Arial"/>
                <a:ea typeface="Arial"/>
                <a:cs typeface="Arial"/>
              </a:defRPr>
            </a:lvl4pPr>
            <a:lvl5pPr>
              <a:defRPr sz="1050" b="0">
                <a:solidFill>
                  <a:srgbClr val="5E6D86"/>
                </a:solidFill>
                <a:latin typeface="Arial"/>
                <a:ea typeface="Arial"/>
                <a:cs typeface="Arial"/>
              </a:defRPr>
            </a:lvl5pPr>
            <a:lvl6pPr>
              <a:defRPr sz="1050" b="0">
                <a:solidFill>
                  <a:srgbClr val="5E6D86"/>
                </a:solidFill>
                <a:latin typeface="Arial"/>
                <a:ea typeface="Arial"/>
                <a:cs typeface="Arial"/>
              </a:defRPr>
            </a:lvl6pPr>
            <a:lvl7pPr>
              <a:defRPr sz="1050" b="0">
                <a:solidFill>
                  <a:srgbClr val="5E6D86"/>
                </a:solidFill>
                <a:latin typeface="Arial"/>
                <a:ea typeface="Arial"/>
                <a:cs typeface="Arial"/>
              </a:defRPr>
            </a:lvl7pPr>
            <a:lvl8pPr>
              <a:defRPr sz="1050" b="0">
                <a:solidFill>
                  <a:srgbClr val="5E6D86"/>
                </a:solidFill>
                <a:latin typeface="Arial"/>
                <a:ea typeface="Arial"/>
                <a:cs typeface="Arial"/>
              </a:defRPr>
            </a:lvl8pPr>
            <a:lvl9pPr>
              <a:defRPr sz="1050" b="0">
                <a:solidFill>
                  <a:srgbClr val="5E6D86"/>
                </a:solidFill>
                <a:latin typeface="Arial"/>
                <a:ea typeface="Arial"/>
                <a:cs typeface="Arial"/>
              </a:defRPr>
            </a:lvl9pPr>
          </a:lstStyle>
          <a:p xmlns:a="http://schemas.openxmlformats.org/drawingml/2006/main">
            <a:pPr>
              <a:defRPr sz="1050" b="0">
                <a:solidFill>
                  <a:srgbClr val="5E6D86"/>
                </a:solidFill>
                <a:latin typeface="Arial"/>
                <a:ea typeface="Arial"/>
                <a:cs typeface="Arial"/>
              </a:defRPr>
            </a:pPr>
            <a:r>
              <a:rPr sz="1050" b="0">
                <a:solidFill>
                  <a:srgbClr val="5E6D86"/>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8EE1352E-B766-4394-B6EE-4C57C6E06549}"/>
              </a:ext>
            </a:extLst>
          </p:cNvPr>
          <p:cNvPicPr>
            <a:picLocks xmlns:a="http://schemas.openxmlformats.org/drawingml/2006/main" noChangeAspect="1"/>
          </p:cNvPicPr>
          <p:nvPr/>
        </p:nvPicPr>
        <p:blipFill>
          <a:blip xmlns:r="http://schemas.openxmlformats.org/officeDocument/2006/relationships" xmlns:a="http://schemas.openxmlformats.org/drawingml/2006/main" r:embed="R19964f8434d14f5b"/>
          <a:stretch xmlns:a="http://schemas.openxmlformats.org/drawingml/2006/main"/>
        </p:blipFill>
        <p:spPr>
          <a:xfrm xmlns:a="http://schemas.openxmlformats.org/drawingml/2006/main">
            <a:off x="609600" y="2000845"/>
            <a:ext cx="7296150" cy="4104084"/>
          </a:xfrm>
          <a:prstGeom xmlns:a="http://schemas.openxmlformats.org/drawingml/2006/main" prst="rect">
            <a:avLst/>
          </a:prstGeom>
        </p:spPr>
      </p:pic>
      <p:sp>
        <p:nvSpPr>
          <p:cNvPr id="6" name="ledger">
            <a:extLst xmlns:a="http://schemas.openxmlformats.org/drawingml/2006/main">
              <a:ext uri="{FF2B5EF4-FFF2-40B4-BE49-F238E27FC236}">
                <a16:creationId xmlns:a16="http://schemas.microsoft.com/office/drawing/2014/main" id="{40D9A4D0-854B-44FF-BDC6-836AF10EC413}"/>
              </a:ext>
            </a:extLst>
          </p:cNvPr>
          <p:cNvSpPr>
            <a:spLocks xmlns:a="http://schemas.openxmlformats.org/drawingml/2006/main" noGrp="1"/>
          </p:cNvSpPr>
          <p:nvPr/>
        </p:nvSpPr>
        <p:spPr>
          <a:xfrm xmlns:a="http://schemas.openxmlformats.org/drawingml/2006/main">
            <a:off x="8210550" y="2190750"/>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0304E"/>
                </a:solidFill>
                <a:latin typeface="Arial"/>
                <a:ea typeface="Arial"/>
                <a:cs typeface="Arial"/>
              </a:defRPr>
            </a:defPPr>
            <a:lvl1pPr>
              <a:defRPr sz="2100" b="1">
                <a:solidFill>
                  <a:srgbClr val="20304E"/>
                </a:solidFill>
                <a:latin typeface="Arial"/>
                <a:ea typeface="Arial"/>
                <a:cs typeface="Arial"/>
              </a:defRPr>
            </a:lvl1pPr>
            <a:lvl2pPr>
              <a:defRPr sz="2100" b="1">
                <a:solidFill>
                  <a:srgbClr val="20304E"/>
                </a:solidFill>
                <a:latin typeface="Arial"/>
                <a:ea typeface="Arial"/>
                <a:cs typeface="Arial"/>
              </a:defRPr>
            </a:lvl2pPr>
            <a:lvl3pPr>
              <a:defRPr sz="2100" b="1">
                <a:solidFill>
                  <a:srgbClr val="20304E"/>
                </a:solidFill>
                <a:latin typeface="Arial"/>
                <a:ea typeface="Arial"/>
                <a:cs typeface="Arial"/>
              </a:defRPr>
            </a:lvl3pPr>
            <a:lvl4pPr>
              <a:defRPr sz="2100" b="1">
                <a:solidFill>
                  <a:srgbClr val="20304E"/>
                </a:solidFill>
                <a:latin typeface="Arial"/>
                <a:ea typeface="Arial"/>
                <a:cs typeface="Arial"/>
              </a:defRPr>
            </a:lvl4pPr>
            <a:lvl5pPr>
              <a:defRPr sz="2100" b="1">
                <a:solidFill>
                  <a:srgbClr val="20304E"/>
                </a:solidFill>
                <a:latin typeface="Arial"/>
                <a:ea typeface="Arial"/>
                <a:cs typeface="Arial"/>
              </a:defRPr>
            </a:lvl5pPr>
            <a:lvl6pPr>
              <a:defRPr sz="2100" b="1">
                <a:solidFill>
                  <a:srgbClr val="20304E"/>
                </a:solidFill>
                <a:latin typeface="Arial"/>
                <a:ea typeface="Arial"/>
                <a:cs typeface="Arial"/>
              </a:defRPr>
            </a:lvl6pPr>
            <a:lvl7pPr>
              <a:defRPr sz="2100" b="1">
                <a:solidFill>
                  <a:srgbClr val="20304E"/>
                </a:solidFill>
                <a:latin typeface="Arial"/>
                <a:ea typeface="Arial"/>
                <a:cs typeface="Arial"/>
              </a:defRPr>
            </a:lvl7pPr>
            <a:lvl8pPr>
              <a:defRPr sz="2100" b="1">
                <a:solidFill>
                  <a:srgbClr val="20304E"/>
                </a:solidFill>
                <a:latin typeface="Arial"/>
                <a:ea typeface="Arial"/>
                <a:cs typeface="Arial"/>
              </a:defRPr>
            </a:lvl8pPr>
            <a:lvl9pPr>
              <a:defRPr sz="2100" b="1">
                <a:solidFill>
                  <a:srgbClr val="20304E"/>
                </a:solidFill>
                <a:latin typeface="Arial"/>
                <a:ea typeface="Arial"/>
                <a:cs typeface="Arial"/>
              </a:defRPr>
            </a:lvl9pPr>
          </a:lstStyle>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2 AAPL shares</a:t>
            </a:r>
          </a:p>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$100 entered per share</a:t>
            </a:r>
          </a:p>
          <a:p xmlns:a="http://schemas.openxmlformats.org/drawingml/2006/main">
            <a:pPr>
              <a:defRPr sz="2100" b="1">
                <a:solidFill>
                  <a:srgbClr val="20304E"/>
                </a:solidFill>
                <a:latin typeface="Arial"/>
                <a:ea typeface="Arial"/>
                <a:cs typeface="Arial"/>
              </a:defRPr>
            </a:pPr>
            <a:r>
              <a:rPr sz="2100" b="1">
                <a:solidFill>
                  <a:srgbClr val="20304E"/>
                </a:solidFill>
                <a:latin typeface="Arial"/>
                <a:ea typeface="Arial"/>
                <a:cs typeface="Arial"/>
              </a:rPr>
              <a:t>$200 recorded cost basis</a:t>
            </a:r>
          </a:p>
        </p:txBody>
      </p:sp>
      <p:sp>
        <p:nvSpPr>
          <p:cNvPr id="7" name="price">
            <a:extLst xmlns:a="http://schemas.openxmlformats.org/drawingml/2006/main">
              <a:ext uri="{FF2B5EF4-FFF2-40B4-BE49-F238E27FC236}">
                <a16:creationId xmlns:a16="http://schemas.microsoft.com/office/drawing/2014/main" id="{227F2B70-4434-4B1F-BEA8-E4871243F5BD}"/>
              </a:ext>
            </a:extLst>
          </p:cNvPr>
          <p:cNvSpPr>
            <a:spLocks xmlns:a="http://schemas.openxmlformats.org/drawingml/2006/main" noGrp="1"/>
          </p:cNvSpPr>
          <p:nvPr/>
        </p:nvSpPr>
        <p:spPr>
          <a:xfrm xmlns:a="http://schemas.openxmlformats.org/drawingml/2006/main">
            <a:off x="8210550" y="386715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0">
                <a:solidFill>
                  <a:srgbClr val="5E6D86"/>
                </a:solidFill>
                <a:latin typeface="Arial"/>
                <a:ea typeface="Arial"/>
                <a:cs typeface="Arial"/>
              </a:defRPr>
            </a:defPPr>
            <a:lvl1pPr>
              <a:defRPr sz="1950" b="0">
                <a:solidFill>
                  <a:srgbClr val="5E6D86"/>
                </a:solidFill>
                <a:latin typeface="Arial"/>
                <a:ea typeface="Arial"/>
                <a:cs typeface="Arial"/>
              </a:defRPr>
            </a:lvl1pPr>
            <a:lvl2pPr>
              <a:defRPr sz="1950" b="0">
                <a:solidFill>
                  <a:srgbClr val="5E6D86"/>
                </a:solidFill>
                <a:latin typeface="Arial"/>
                <a:ea typeface="Arial"/>
                <a:cs typeface="Arial"/>
              </a:defRPr>
            </a:lvl2pPr>
            <a:lvl3pPr>
              <a:defRPr sz="1950" b="0">
                <a:solidFill>
                  <a:srgbClr val="5E6D86"/>
                </a:solidFill>
                <a:latin typeface="Arial"/>
                <a:ea typeface="Arial"/>
                <a:cs typeface="Arial"/>
              </a:defRPr>
            </a:lvl3pPr>
            <a:lvl4pPr>
              <a:defRPr sz="1950" b="0">
                <a:solidFill>
                  <a:srgbClr val="5E6D86"/>
                </a:solidFill>
                <a:latin typeface="Arial"/>
                <a:ea typeface="Arial"/>
                <a:cs typeface="Arial"/>
              </a:defRPr>
            </a:lvl4pPr>
            <a:lvl5pPr>
              <a:defRPr sz="1950" b="0">
                <a:solidFill>
                  <a:srgbClr val="5E6D86"/>
                </a:solidFill>
                <a:latin typeface="Arial"/>
                <a:ea typeface="Arial"/>
                <a:cs typeface="Arial"/>
              </a:defRPr>
            </a:lvl5pPr>
            <a:lvl6pPr>
              <a:defRPr sz="1950" b="0">
                <a:solidFill>
                  <a:srgbClr val="5E6D86"/>
                </a:solidFill>
                <a:latin typeface="Arial"/>
                <a:ea typeface="Arial"/>
                <a:cs typeface="Arial"/>
              </a:defRPr>
            </a:lvl6pPr>
            <a:lvl7pPr>
              <a:defRPr sz="1950" b="0">
                <a:solidFill>
                  <a:srgbClr val="5E6D86"/>
                </a:solidFill>
                <a:latin typeface="Arial"/>
                <a:ea typeface="Arial"/>
                <a:cs typeface="Arial"/>
              </a:defRPr>
            </a:lvl7pPr>
            <a:lvl8pPr>
              <a:defRPr sz="1950" b="0">
                <a:solidFill>
                  <a:srgbClr val="5E6D86"/>
                </a:solidFill>
                <a:latin typeface="Arial"/>
                <a:ea typeface="Arial"/>
                <a:cs typeface="Arial"/>
              </a:defRPr>
            </a:lvl8pPr>
            <a:lvl9pPr>
              <a:defRPr sz="1950" b="0">
                <a:solidFill>
                  <a:srgbClr val="5E6D86"/>
                </a:solidFill>
                <a:latin typeface="Arial"/>
                <a:ea typeface="Arial"/>
                <a:cs typeface="Arial"/>
              </a:defRPr>
            </a:lvl9pPr>
          </a:lstStyle>
          <a:p xmlns:a="http://schemas.openxmlformats.org/drawingml/2006/main">
            <a:pPr>
              <a:defRPr sz="1950" b="0">
                <a:solidFill>
                  <a:srgbClr val="5E6D86"/>
                </a:solidFill>
                <a:latin typeface="Arial"/>
                <a:ea typeface="Arial"/>
                <a:cs typeface="Arial"/>
              </a:defRPr>
            </a:pPr>
            <a:r>
              <a:rPr sz="1950" b="0">
                <a:solidFill>
                  <a:srgbClr val="5E6D86"/>
                </a:solidFill>
                <a:latin typeface="Arial"/>
                <a:ea typeface="Arial"/>
                <a:cs typeface="Arial"/>
              </a:rPr>
              <a:t>The live valuation stays unavailable until an entitled quote source supplies it.</a:t>
            </a:r>
          </a:p>
        </p:txBody>
      </p:sp>
      <p:sp>
        <p:nvSpPr>
          <p:cNvPr id="8" name="chart">
            <a:extLst xmlns:a="http://schemas.openxmlformats.org/drawingml/2006/main">
              <a:ext uri="{FF2B5EF4-FFF2-40B4-BE49-F238E27FC236}">
                <a16:creationId xmlns:a16="http://schemas.microsoft.com/office/drawing/2014/main" id="{C9CAC23A-97F8-40C5-8946-3B64D6B0E523}"/>
              </a:ext>
            </a:extLst>
          </p:cNvPr>
          <p:cNvSpPr>
            <a:spLocks xmlns:a="http://schemas.openxmlformats.org/drawingml/2006/main" noGrp="1"/>
          </p:cNvSpPr>
          <p:nvPr/>
        </p:nvSpPr>
        <p:spPr>
          <a:xfrm xmlns:a="http://schemas.openxmlformats.org/drawingml/2006/main">
            <a:off x="8210550" y="5276850"/>
            <a:ext cx="323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4359E8"/>
                </a:solidFill>
                <a:latin typeface="Arial"/>
                <a:ea typeface="Arial"/>
                <a:cs typeface="Arial"/>
              </a:defRPr>
            </a:defPPr>
            <a:lvl1pPr>
              <a:defRPr sz="1800" b="1">
                <a:solidFill>
                  <a:srgbClr val="4359E8"/>
                </a:solidFill>
                <a:latin typeface="Arial"/>
                <a:ea typeface="Arial"/>
                <a:cs typeface="Arial"/>
              </a:defRPr>
            </a:lvl1pPr>
            <a:lvl2pPr>
              <a:defRPr sz="1800" b="1">
                <a:solidFill>
                  <a:srgbClr val="4359E8"/>
                </a:solidFill>
                <a:latin typeface="Arial"/>
                <a:ea typeface="Arial"/>
                <a:cs typeface="Arial"/>
              </a:defRPr>
            </a:lvl2pPr>
            <a:lvl3pPr>
              <a:defRPr sz="1800" b="1">
                <a:solidFill>
                  <a:srgbClr val="4359E8"/>
                </a:solidFill>
                <a:latin typeface="Arial"/>
                <a:ea typeface="Arial"/>
                <a:cs typeface="Arial"/>
              </a:defRPr>
            </a:lvl3pPr>
            <a:lvl4pPr>
              <a:defRPr sz="1800" b="1">
                <a:solidFill>
                  <a:srgbClr val="4359E8"/>
                </a:solidFill>
                <a:latin typeface="Arial"/>
                <a:ea typeface="Arial"/>
                <a:cs typeface="Arial"/>
              </a:defRPr>
            </a:lvl4pPr>
            <a:lvl5pPr>
              <a:defRPr sz="1800" b="1">
                <a:solidFill>
                  <a:srgbClr val="4359E8"/>
                </a:solidFill>
                <a:latin typeface="Arial"/>
                <a:ea typeface="Arial"/>
                <a:cs typeface="Arial"/>
              </a:defRPr>
            </a:lvl5pPr>
            <a:lvl6pPr>
              <a:defRPr sz="1800" b="1">
                <a:solidFill>
                  <a:srgbClr val="4359E8"/>
                </a:solidFill>
                <a:latin typeface="Arial"/>
                <a:ea typeface="Arial"/>
                <a:cs typeface="Arial"/>
              </a:defRPr>
            </a:lvl6pPr>
            <a:lvl7pPr>
              <a:defRPr sz="1800" b="1">
                <a:solidFill>
                  <a:srgbClr val="4359E8"/>
                </a:solidFill>
                <a:latin typeface="Arial"/>
                <a:ea typeface="Arial"/>
                <a:cs typeface="Arial"/>
              </a:defRPr>
            </a:lvl7pPr>
            <a:lvl8pPr>
              <a:defRPr sz="1800" b="1">
                <a:solidFill>
                  <a:srgbClr val="4359E8"/>
                </a:solidFill>
                <a:latin typeface="Arial"/>
                <a:ea typeface="Arial"/>
                <a:cs typeface="Arial"/>
              </a:defRPr>
            </a:lvl8pPr>
            <a:lvl9pPr>
              <a:defRPr sz="1800" b="1">
                <a:solidFill>
                  <a:srgbClr val="4359E8"/>
                </a:solidFill>
                <a:latin typeface="Arial"/>
                <a:ea typeface="Arial"/>
                <a:cs typeface="Arial"/>
              </a:defRPr>
            </a:lvl9pPr>
          </a:lstStyle>
          <a:p xmlns:a="http://schemas.openxmlformats.org/drawingml/2006/main">
            <a:pPr>
              <a:defRPr sz="1800" b="1">
                <a:solidFill>
                  <a:srgbClr val="4359E8"/>
                </a:solidFill>
                <a:latin typeface="Arial"/>
                <a:ea typeface="Arial"/>
                <a:cs typeface="Arial"/>
              </a:defRPr>
            </a:pPr>
            <a:r>
              <a:rPr sz="1800" b="1">
                <a:solidFill>
                  <a:srgbClr val="4359E8"/>
                </a:solidFill>
                <a:latin typeface="Arial"/>
                <a:ea typeface="Arial"/>
                <a:cs typeface="Arial"/>
              </a:rPr>
              <a:t>An attributed TradingView chart provides a separate market view.</a:t>
            </a:r>
          </a:p>
        </p:txBody>
      </p:sp>
      <p:sp>
        <p:nvSpPr>
          <p:cNvPr id="9" name="ledger-disclosure">
            <a:extLst xmlns:a="http://schemas.openxmlformats.org/drawingml/2006/main">
              <a:ext uri="{FF2B5EF4-FFF2-40B4-BE49-F238E27FC236}">
                <a16:creationId xmlns:a16="http://schemas.microsoft.com/office/drawing/2014/main" id="{8E499853-D316-4833-B219-DDF65E49ABDC}"/>
              </a:ext>
            </a:extLst>
          </p:cNvPr>
          <p:cNvSpPr>
            <a:spLocks xmlns:a="http://schemas.openxmlformats.org/drawingml/2006/main" noGrp="1"/>
          </p:cNvSpPr>
          <p:nvPr/>
        </p:nvSpPr>
        <p:spPr>
          <a:xfrm xmlns:a="http://schemas.openxmlformats.org/drawingml/2006/main">
            <a:off x="8210550" y="19716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a:solidFill>
                  <a:srgbClr val="5E6D86"/>
                </a:solidFill>
                <a:latin typeface="Arial"/>
                <a:ea typeface="Arial"/>
                <a:cs typeface="Arial"/>
              </a:defRPr>
            </a:defPPr>
            <a:lvl1pPr>
              <a:defRPr sz="1050">
                <a:solidFill>
                  <a:srgbClr val="5E6D86"/>
                </a:solidFill>
                <a:latin typeface="Arial"/>
                <a:ea typeface="Arial"/>
                <a:cs typeface="Arial"/>
              </a:defRPr>
            </a:lvl1pPr>
            <a:lvl2pPr>
              <a:defRPr sz="1050">
                <a:solidFill>
                  <a:srgbClr val="5E6D86"/>
                </a:solidFill>
                <a:latin typeface="Arial"/>
                <a:ea typeface="Arial"/>
                <a:cs typeface="Arial"/>
              </a:defRPr>
            </a:lvl2pPr>
            <a:lvl3pPr>
              <a:defRPr sz="1050">
                <a:solidFill>
                  <a:srgbClr val="5E6D86"/>
                </a:solidFill>
                <a:latin typeface="Arial"/>
                <a:ea typeface="Arial"/>
                <a:cs typeface="Arial"/>
              </a:defRPr>
            </a:lvl3pPr>
            <a:lvl4pPr>
              <a:defRPr sz="1050">
                <a:solidFill>
                  <a:srgbClr val="5E6D86"/>
                </a:solidFill>
                <a:latin typeface="Arial"/>
                <a:ea typeface="Arial"/>
                <a:cs typeface="Arial"/>
              </a:defRPr>
            </a:lvl4pPr>
            <a:lvl5pPr>
              <a:defRPr sz="1050">
                <a:solidFill>
                  <a:srgbClr val="5E6D86"/>
                </a:solidFill>
                <a:latin typeface="Arial"/>
                <a:ea typeface="Arial"/>
                <a:cs typeface="Arial"/>
              </a:defRPr>
            </a:lvl5pPr>
            <a:lvl6pPr>
              <a:defRPr sz="1050">
                <a:solidFill>
                  <a:srgbClr val="5E6D86"/>
                </a:solidFill>
                <a:latin typeface="Arial"/>
                <a:ea typeface="Arial"/>
                <a:cs typeface="Arial"/>
              </a:defRPr>
            </a:lvl6pPr>
            <a:lvl7pPr>
              <a:defRPr sz="1050">
                <a:solidFill>
                  <a:srgbClr val="5E6D86"/>
                </a:solidFill>
                <a:latin typeface="Arial"/>
                <a:ea typeface="Arial"/>
                <a:cs typeface="Arial"/>
              </a:defRPr>
            </a:lvl7pPr>
            <a:lvl8pPr>
              <a:defRPr sz="1050">
                <a:solidFill>
                  <a:srgbClr val="5E6D86"/>
                </a:solidFill>
                <a:latin typeface="Arial"/>
                <a:ea typeface="Arial"/>
                <a:cs typeface="Arial"/>
              </a:defRPr>
            </a:lvl8pPr>
            <a:lvl9pPr>
              <a:defRPr sz="1050">
                <a:solidFill>
                  <a:srgbClr val="5E6D86"/>
                </a:solidFill>
                <a:latin typeface="Arial"/>
                <a:ea typeface="Arial"/>
                <a:cs typeface="Arial"/>
              </a:defRPr>
            </a:lvl9pPr>
          </a:lstStyle>
          <a:p xmlns:a="http://schemas.openxmlformats.org/drawingml/2006/main">
            <a:pPr>
              <a:defRPr sz="1050">
                <a:solidFill>
                  <a:srgbClr val="5E6D86"/>
                </a:solidFill>
                <a:latin typeface="Arial"/>
                <a:ea typeface="Arial"/>
                <a:cs typeface="Arial"/>
              </a:defRPr>
            </a:pPr>
            <a:r>
              <a:rPr sz="1050">
                <a:solidFill>
                  <a:srgbClr val="5E6D86"/>
                </a:solidFill>
                <a:latin typeface="Arial"/>
                <a:ea typeface="Arial"/>
                <a:cs typeface="Arial"/>
              </a:rPr>
              <a:t>Illustrative manual input</a:t>
            </a:r>
          </a:p>
        </p:txBody>
      </p:sp>
    </p:spTree>
    <p:extLst>
      <p:ext uri="{BB962C8B-B14F-4D97-AF65-F5344CB8AC3E}">
        <p14:creationId xmlns:p14="http://schemas.microsoft.com/office/powerpoint/2010/main" val="1692542655"/>
      </p:ext>
    </p:extLst>
  </p:cSld>
</p:sld>
</file>

<file path=ppt/slides/slide6.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C68AFCC3-3CED-4CD4-94F6-96BD3613839B}"/>
              </a:ext>
            </a:extLst>
          </p:cNvPr>
          <p:cNvCxnSpPr>
            <a:stCxn xmlns:a="http://schemas.openxmlformats.org/drawingml/2006/main" id="21" idx="0"/>
            <a:endCxn xmlns:a="http://schemas.openxmlformats.org/drawingml/2006/main" id="11" idx="2"/>
          </p:cNvCxnSpPr>
          <p:nvPr/>
        </p:nvCxnSpPr>
        <p:spPr>
          <a:xfrm xmlns:a="http://schemas.openxmlformats.org/drawingml/2006/main" flipV="1">
            <a:off x="1800225" y="3048000"/>
            <a:ext cx="0" cy="142875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3" name="">
            <a:extLst xmlns:a="http://schemas.openxmlformats.org/drawingml/2006/main">
              <a:ext uri="{FF2B5EF4-FFF2-40B4-BE49-F238E27FC236}">
                <a16:creationId xmlns:a16="http://schemas.microsoft.com/office/drawing/2014/main" id="{C58BA3DA-F098-4680-9B87-AD15B6450F9D}"/>
              </a:ext>
            </a:extLst>
          </p:cNvPr>
          <p:cNvCxnSpPr>
            <a:stCxn xmlns:a="http://schemas.openxmlformats.org/drawingml/2006/main" id="19" idx="1"/>
            <a:endCxn xmlns:a="http://schemas.openxmlformats.org/drawingml/2006/main" id="21" idx="3"/>
          </p:cNvCxnSpPr>
          <p:nvPr/>
        </p:nvCxnSpPr>
        <p:spPr>
          <a:xfrm xmlns:a="http://schemas.openxmlformats.org/drawingml/2006/main" flipH="1">
            <a:off x="2990850" y="4905375"/>
            <a:ext cx="1819275" cy="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4" name="">
            <a:extLst xmlns:a="http://schemas.openxmlformats.org/drawingml/2006/main">
              <a:ext uri="{FF2B5EF4-FFF2-40B4-BE49-F238E27FC236}">
                <a16:creationId xmlns:a16="http://schemas.microsoft.com/office/drawing/2014/main" id="{3C2B8225-02A4-456C-A3D1-F0C4FD6690DE}"/>
              </a:ext>
            </a:extLst>
          </p:cNvPr>
          <p:cNvCxnSpPr>
            <a:stCxn xmlns:a="http://schemas.openxmlformats.org/drawingml/2006/main" id="17" idx="1"/>
            <a:endCxn xmlns:a="http://schemas.openxmlformats.org/drawingml/2006/main" id="19" idx="3"/>
          </p:cNvCxnSpPr>
          <p:nvPr/>
        </p:nvCxnSpPr>
        <p:spPr>
          <a:xfrm xmlns:a="http://schemas.openxmlformats.org/drawingml/2006/main" flipH="1">
            <a:off x="7191375" y="4905375"/>
            <a:ext cx="1819275" cy="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5" name="">
            <a:extLst xmlns:a="http://schemas.openxmlformats.org/drawingml/2006/main">
              <a:ext uri="{FF2B5EF4-FFF2-40B4-BE49-F238E27FC236}">
                <a16:creationId xmlns:a16="http://schemas.microsoft.com/office/drawing/2014/main" id="{4EE7EE15-3261-4AFD-B771-87A056C6DC36}"/>
              </a:ext>
            </a:extLst>
          </p:cNvPr>
          <p:cNvCxnSpPr>
            <a:stCxn xmlns:a="http://schemas.openxmlformats.org/drawingml/2006/main" id="15" idx="2"/>
            <a:endCxn xmlns:a="http://schemas.openxmlformats.org/drawingml/2006/main" id="17" idx="0"/>
          </p:cNvCxnSpPr>
          <p:nvPr/>
        </p:nvCxnSpPr>
        <p:spPr>
          <a:xfrm xmlns:a="http://schemas.openxmlformats.org/drawingml/2006/main">
            <a:off x="10201275" y="3048000"/>
            <a:ext cx="0" cy="142875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6" name="">
            <a:extLst xmlns:a="http://schemas.openxmlformats.org/drawingml/2006/main">
              <a:ext uri="{FF2B5EF4-FFF2-40B4-BE49-F238E27FC236}">
                <a16:creationId xmlns:a16="http://schemas.microsoft.com/office/drawing/2014/main" id="{4946FFD5-C030-4A0A-BC33-4563E662B536}"/>
              </a:ext>
            </a:extLst>
          </p:cNvPr>
          <p:cNvCxnSpPr>
            <a:stCxn xmlns:a="http://schemas.openxmlformats.org/drawingml/2006/main" id="13" idx="3"/>
            <a:endCxn xmlns:a="http://schemas.openxmlformats.org/drawingml/2006/main" id="15" idx="1"/>
          </p:cNvCxnSpPr>
          <p:nvPr/>
        </p:nvCxnSpPr>
        <p:spPr>
          <a:xfrm xmlns:a="http://schemas.openxmlformats.org/drawingml/2006/main">
            <a:off x="7191375" y="2619375"/>
            <a:ext cx="1819275" cy="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7" name="">
            <a:extLst xmlns:a="http://schemas.openxmlformats.org/drawingml/2006/main">
              <a:ext uri="{FF2B5EF4-FFF2-40B4-BE49-F238E27FC236}">
                <a16:creationId xmlns:a16="http://schemas.microsoft.com/office/drawing/2014/main" id="{AB522817-011A-42A9-8210-FF9FBECD30D2}"/>
              </a:ext>
            </a:extLst>
          </p:cNvPr>
          <p:cNvCxnSpPr>
            <a:stCxn xmlns:a="http://schemas.openxmlformats.org/drawingml/2006/main" id="11" idx="3"/>
            <a:endCxn xmlns:a="http://schemas.openxmlformats.org/drawingml/2006/main" id="13" idx="1"/>
          </p:cNvCxnSpPr>
          <p:nvPr/>
        </p:nvCxnSpPr>
        <p:spPr>
          <a:xfrm xmlns:a="http://schemas.openxmlformats.org/drawingml/2006/main">
            <a:off x="2990850" y="2619375"/>
            <a:ext cx="1819275" cy="0"/>
          </a:xfrm>
          <a:prstGeom xmlns:a="http://schemas.openxmlformats.org/drawingml/2006/main" prst="straightConnector1">
            <a:avLst/>
          </a:prstGeom>
          <a:ln xmlns:a="http://schemas.openxmlformats.org/drawingml/2006/main" w="19050">
            <a:solidFill>
              <a:srgbClr val="4359E8"/>
            </a:solidFill>
            <a:tailEnd type="triangle" w="sm" len="sm"/>
          </a:ln>
        </p:spPr>
      </p:cxnSp>
      <p:sp>
        <p:nvSpPr>
          <p:cNvPr id="8" name="headline">
            <a:extLst xmlns:a="http://schemas.openxmlformats.org/drawingml/2006/main">
              <a:ext uri="{FF2B5EF4-FFF2-40B4-BE49-F238E27FC236}">
                <a16:creationId xmlns:a16="http://schemas.microsoft.com/office/drawing/2014/main" id="{A057743F-20A5-4C31-AD3C-01CDE7D478CD}"/>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20304E"/>
                </a:solidFill>
                <a:latin typeface="Arial"/>
                <a:ea typeface="Arial"/>
                <a:cs typeface="Arial"/>
              </a:defRPr>
            </a:defPPr>
            <a:lvl1pPr>
              <a:defRPr sz="3225" b="1">
                <a:solidFill>
                  <a:srgbClr val="20304E"/>
                </a:solidFill>
                <a:latin typeface="Arial"/>
                <a:ea typeface="Arial"/>
                <a:cs typeface="Arial"/>
              </a:defRPr>
            </a:lvl1pPr>
            <a:lvl2pPr>
              <a:defRPr sz="3225" b="1">
                <a:solidFill>
                  <a:srgbClr val="20304E"/>
                </a:solidFill>
                <a:latin typeface="Arial"/>
                <a:ea typeface="Arial"/>
                <a:cs typeface="Arial"/>
              </a:defRPr>
            </a:lvl2pPr>
            <a:lvl3pPr>
              <a:defRPr sz="3225" b="1">
                <a:solidFill>
                  <a:srgbClr val="20304E"/>
                </a:solidFill>
                <a:latin typeface="Arial"/>
                <a:ea typeface="Arial"/>
                <a:cs typeface="Arial"/>
              </a:defRPr>
            </a:lvl3pPr>
            <a:lvl4pPr>
              <a:defRPr sz="3225" b="1">
                <a:solidFill>
                  <a:srgbClr val="20304E"/>
                </a:solidFill>
                <a:latin typeface="Arial"/>
                <a:ea typeface="Arial"/>
                <a:cs typeface="Arial"/>
              </a:defRPr>
            </a:lvl4pPr>
            <a:lvl5pPr>
              <a:defRPr sz="3225" b="1">
                <a:solidFill>
                  <a:srgbClr val="20304E"/>
                </a:solidFill>
                <a:latin typeface="Arial"/>
                <a:ea typeface="Arial"/>
                <a:cs typeface="Arial"/>
              </a:defRPr>
            </a:lvl5pPr>
            <a:lvl6pPr>
              <a:defRPr sz="3225" b="1">
                <a:solidFill>
                  <a:srgbClr val="20304E"/>
                </a:solidFill>
                <a:latin typeface="Arial"/>
                <a:ea typeface="Arial"/>
                <a:cs typeface="Arial"/>
              </a:defRPr>
            </a:lvl6pPr>
            <a:lvl7pPr>
              <a:defRPr sz="3225" b="1">
                <a:solidFill>
                  <a:srgbClr val="20304E"/>
                </a:solidFill>
                <a:latin typeface="Arial"/>
                <a:ea typeface="Arial"/>
                <a:cs typeface="Arial"/>
              </a:defRPr>
            </a:lvl7pPr>
            <a:lvl8pPr>
              <a:defRPr sz="3225" b="1">
                <a:solidFill>
                  <a:srgbClr val="20304E"/>
                </a:solidFill>
                <a:latin typeface="Arial"/>
                <a:ea typeface="Arial"/>
                <a:cs typeface="Arial"/>
              </a:defRPr>
            </a:lvl8pPr>
            <a:lvl9pPr>
              <a:defRPr sz="3225" b="1">
                <a:solidFill>
                  <a:srgbClr val="20304E"/>
                </a:solidFill>
                <a:latin typeface="Arial"/>
                <a:ea typeface="Arial"/>
                <a:cs typeface="Arial"/>
              </a:defRPr>
            </a:lvl9pPr>
          </a:lstStyle>
          <a:p xmlns:a="http://schemas.openxmlformats.org/drawingml/2006/main">
            <a:pPr>
              <a:defRPr sz="3225" b="1">
                <a:solidFill>
                  <a:srgbClr val="20304E"/>
                </a:solidFill>
                <a:latin typeface="Arial"/>
                <a:ea typeface="Arial"/>
                <a:cs typeface="Arial"/>
              </a:defRPr>
            </a:pPr>
            <a:r>
              <a:rPr sz="3225" b="1">
                <a:solidFill>
                  <a:srgbClr val="20304E"/>
                </a:solidFill>
                <a:latin typeface="Arial"/>
                <a:ea typeface="Arial"/>
                <a:cs typeface="Arial"/>
              </a:rPr>
              <a:t>Source review combines a model, code and memory</a:t>
            </a:r>
          </a:p>
        </p:txBody>
      </p:sp>
      <p:sp>
        <p:nvSpPr>
          <p:cNvPr id="9" name="accent">
            <a:extLst xmlns:a="http://schemas.openxmlformats.org/drawingml/2006/main">
              <a:ext uri="{FF2B5EF4-FFF2-40B4-BE49-F238E27FC236}">
                <a16:creationId xmlns:a16="http://schemas.microsoft.com/office/drawing/2014/main" id="{1050D3C0-7D8E-4B58-BB5A-63448DE00ABC}"/>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10" name="folio">
            <a:extLst xmlns:a="http://schemas.openxmlformats.org/drawingml/2006/main">
              <a:ext uri="{FF2B5EF4-FFF2-40B4-BE49-F238E27FC236}">
                <a16:creationId xmlns:a16="http://schemas.microsoft.com/office/drawing/2014/main" id="{0216D0B1-FB90-44A1-94AD-E52325E00186}"/>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E6D86"/>
                </a:solidFill>
                <a:latin typeface="Arial"/>
                <a:ea typeface="Arial"/>
                <a:cs typeface="Arial"/>
              </a:defRPr>
            </a:defPPr>
            <a:lvl1pPr>
              <a:defRPr sz="1050" b="0">
                <a:solidFill>
                  <a:srgbClr val="5E6D86"/>
                </a:solidFill>
                <a:latin typeface="Arial"/>
                <a:ea typeface="Arial"/>
                <a:cs typeface="Arial"/>
              </a:defRPr>
            </a:lvl1pPr>
            <a:lvl2pPr>
              <a:defRPr sz="1050" b="0">
                <a:solidFill>
                  <a:srgbClr val="5E6D86"/>
                </a:solidFill>
                <a:latin typeface="Arial"/>
                <a:ea typeface="Arial"/>
                <a:cs typeface="Arial"/>
              </a:defRPr>
            </a:lvl2pPr>
            <a:lvl3pPr>
              <a:defRPr sz="1050" b="0">
                <a:solidFill>
                  <a:srgbClr val="5E6D86"/>
                </a:solidFill>
                <a:latin typeface="Arial"/>
                <a:ea typeface="Arial"/>
                <a:cs typeface="Arial"/>
              </a:defRPr>
            </a:lvl3pPr>
            <a:lvl4pPr>
              <a:defRPr sz="1050" b="0">
                <a:solidFill>
                  <a:srgbClr val="5E6D86"/>
                </a:solidFill>
                <a:latin typeface="Arial"/>
                <a:ea typeface="Arial"/>
                <a:cs typeface="Arial"/>
              </a:defRPr>
            </a:lvl4pPr>
            <a:lvl5pPr>
              <a:defRPr sz="1050" b="0">
                <a:solidFill>
                  <a:srgbClr val="5E6D86"/>
                </a:solidFill>
                <a:latin typeface="Arial"/>
                <a:ea typeface="Arial"/>
                <a:cs typeface="Arial"/>
              </a:defRPr>
            </a:lvl5pPr>
            <a:lvl6pPr>
              <a:defRPr sz="1050" b="0">
                <a:solidFill>
                  <a:srgbClr val="5E6D86"/>
                </a:solidFill>
                <a:latin typeface="Arial"/>
                <a:ea typeface="Arial"/>
                <a:cs typeface="Arial"/>
              </a:defRPr>
            </a:lvl6pPr>
            <a:lvl7pPr>
              <a:defRPr sz="1050" b="0">
                <a:solidFill>
                  <a:srgbClr val="5E6D86"/>
                </a:solidFill>
                <a:latin typeface="Arial"/>
                <a:ea typeface="Arial"/>
                <a:cs typeface="Arial"/>
              </a:defRPr>
            </a:lvl7pPr>
            <a:lvl8pPr>
              <a:defRPr sz="1050" b="0">
                <a:solidFill>
                  <a:srgbClr val="5E6D86"/>
                </a:solidFill>
                <a:latin typeface="Arial"/>
                <a:ea typeface="Arial"/>
                <a:cs typeface="Arial"/>
              </a:defRPr>
            </a:lvl8pPr>
            <a:lvl9pPr>
              <a:defRPr sz="1050" b="0">
                <a:solidFill>
                  <a:srgbClr val="5E6D86"/>
                </a:solidFill>
                <a:latin typeface="Arial"/>
                <a:ea typeface="Arial"/>
                <a:cs typeface="Arial"/>
              </a:defRPr>
            </a:lvl9pPr>
          </a:lstStyle>
          <a:p xmlns:a="http://schemas.openxmlformats.org/drawingml/2006/main">
            <a:pPr>
              <a:defRPr sz="1050" b="0">
                <a:solidFill>
                  <a:srgbClr val="5E6D86"/>
                </a:solidFill>
                <a:latin typeface="Arial"/>
                <a:ea typeface="Arial"/>
                <a:cs typeface="Arial"/>
              </a:defRPr>
            </a:pPr>
            <a:r>
              <a:rPr sz="1050" b="0">
                <a:solidFill>
                  <a:srgbClr val="5E6D86"/>
                </a:solidFill>
                <a:latin typeface="Arial"/>
                <a:ea typeface="Arial"/>
                <a:cs typeface="Arial"/>
              </a:rPr>
              <a:t>06</a:t>
            </a:r>
          </a:p>
        </p:txBody>
      </p:sp>
      <p:sp>
        <p:nvSpPr>
          <p:cNvPr id="11" name="goal">
            <a:extLst xmlns:a="http://schemas.openxmlformats.org/drawingml/2006/main">
              <a:ext uri="{FF2B5EF4-FFF2-40B4-BE49-F238E27FC236}">
                <a16:creationId xmlns:a16="http://schemas.microsoft.com/office/drawing/2014/main" id="{B1D19B65-19D0-403F-B978-45C5C2F6C995}"/>
              </a:ext>
            </a:extLst>
          </p:cNvPr>
          <p:cNvSpPr>
            <a:spLocks xmlns:a="http://schemas.openxmlformats.org/drawingml/2006/main" noGrp="1"/>
          </p:cNvSpPr>
          <p:nvPr/>
        </p:nvSpPr>
        <p:spPr>
          <a:xfrm xmlns:a="http://schemas.openxmlformats.org/drawingml/2006/main">
            <a:off x="609600" y="2190750"/>
            <a:ext cx="2381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sp>
      <p:sp>
        <p:nvSpPr>
          <p:cNvPr id="12" name="goallabel">
            <a:extLst xmlns:a="http://schemas.openxmlformats.org/drawingml/2006/main">
              <a:ext uri="{FF2B5EF4-FFF2-40B4-BE49-F238E27FC236}">
                <a16:creationId xmlns:a16="http://schemas.microsoft.com/office/drawing/2014/main" id="{443F1722-7D8F-404D-8399-C24A83B16F84}"/>
              </a:ext>
            </a:extLst>
          </p:cNvPr>
          <p:cNvSpPr>
            <a:spLocks xmlns:a="http://schemas.openxmlformats.org/drawingml/2006/main" noGrp="1"/>
          </p:cNvSpPr>
          <p:nvPr/>
        </p:nvSpPr>
        <p:spPr>
          <a:xfrm xmlns:a="http://schemas.openxmlformats.org/drawingml/2006/main">
            <a:off x="752475" y="22860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20304E"/>
                </a:solidFill>
                <a:latin typeface="Arial"/>
                <a:ea typeface="Arial"/>
                <a:cs typeface="Arial"/>
              </a:defRPr>
            </a:defPPr>
            <a:lvl1pPr>
              <a:defRPr sz="1800" b="1">
                <a:solidFill>
                  <a:srgbClr val="20304E"/>
                </a:solidFill>
                <a:latin typeface="Arial"/>
                <a:ea typeface="Arial"/>
                <a:cs typeface="Arial"/>
              </a:defRPr>
            </a:lvl1pPr>
            <a:lvl2pPr>
              <a:defRPr sz="1800" b="1">
                <a:solidFill>
                  <a:srgbClr val="20304E"/>
                </a:solidFill>
                <a:latin typeface="Arial"/>
                <a:ea typeface="Arial"/>
                <a:cs typeface="Arial"/>
              </a:defRPr>
            </a:lvl2pPr>
            <a:lvl3pPr>
              <a:defRPr sz="1800" b="1">
                <a:solidFill>
                  <a:srgbClr val="20304E"/>
                </a:solidFill>
                <a:latin typeface="Arial"/>
                <a:ea typeface="Arial"/>
                <a:cs typeface="Arial"/>
              </a:defRPr>
            </a:lvl3pPr>
            <a:lvl4pPr>
              <a:defRPr sz="1800" b="1">
                <a:solidFill>
                  <a:srgbClr val="20304E"/>
                </a:solidFill>
                <a:latin typeface="Arial"/>
                <a:ea typeface="Arial"/>
                <a:cs typeface="Arial"/>
              </a:defRPr>
            </a:lvl4pPr>
            <a:lvl5pPr>
              <a:defRPr sz="1800" b="1">
                <a:solidFill>
                  <a:srgbClr val="20304E"/>
                </a:solidFill>
                <a:latin typeface="Arial"/>
                <a:ea typeface="Arial"/>
                <a:cs typeface="Arial"/>
              </a:defRPr>
            </a:lvl5pPr>
            <a:lvl6pPr>
              <a:defRPr sz="1800" b="1">
                <a:solidFill>
                  <a:srgbClr val="20304E"/>
                </a:solidFill>
                <a:latin typeface="Arial"/>
                <a:ea typeface="Arial"/>
                <a:cs typeface="Arial"/>
              </a:defRPr>
            </a:lvl6pPr>
            <a:lvl7pPr>
              <a:defRPr sz="1800" b="1">
                <a:solidFill>
                  <a:srgbClr val="20304E"/>
                </a:solidFill>
                <a:latin typeface="Arial"/>
                <a:ea typeface="Arial"/>
                <a:cs typeface="Arial"/>
              </a:defRPr>
            </a:lvl7pPr>
            <a:lvl8pPr>
              <a:defRPr sz="1800" b="1">
                <a:solidFill>
                  <a:srgbClr val="20304E"/>
                </a:solidFill>
                <a:latin typeface="Arial"/>
                <a:ea typeface="Arial"/>
                <a:cs typeface="Arial"/>
              </a:defRPr>
            </a:lvl8pPr>
            <a:lvl9pPr>
              <a:defRPr sz="1800" b="1">
                <a:solidFill>
                  <a:srgbClr val="20304E"/>
                </a:solidFill>
                <a:latin typeface="Arial"/>
                <a:ea typeface="Arial"/>
                <a:cs typeface="Arial"/>
              </a:defRPr>
            </a:lvl9pPr>
          </a:lstStyle>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Goal and selected</a:t>
            </a:r>
          </a:p>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instrument</a:t>
            </a:r>
          </a:p>
        </p:txBody>
      </p:sp>
      <p:sp>
        <p:nvSpPr>
          <p:cNvPr id="13" name="source">
            <a:extLst xmlns:a="http://schemas.openxmlformats.org/drawingml/2006/main">
              <a:ext uri="{FF2B5EF4-FFF2-40B4-BE49-F238E27FC236}">
                <a16:creationId xmlns:a16="http://schemas.microsoft.com/office/drawing/2014/main" id="{36D362CF-5E98-4B66-A18E-77189FEF98A5}"/>
              </a:ext>
            </a:extLst>
          </p:cNvPr>
          <p:cNvSpPr>
            <a:spLocks xmlns:a="http://schemas.openxmlformats.org/drawingml/2006/main" noGrp="1"/>
          </p:cNvSpPr>
          <p:nvPr/>
        </p:nvSpPr>
        <p:spPr>
          <a:xfrm xmlns:a="http://schemas.openxmlformats.org/drawingml/2006/main">
            <a:off x="4810125" y="2190750"/>
            <a:ext cx="2381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sp>
      <p:sp>
        <p:nvSpPr>
          <p:cNvPr id="14" name="sourcelabel">
            <a:extLst xmlns:a="http://schemas.openxmlformats.org/drawingml/2006/main">
              <a:ext uri="{FF2B5EF4-FFF2-40B4-BE49-F238E27FC236}">
                <a16:creationId xmlns:a16="http://schemas.microsoft.com/office/drawing/2014/main" id="{9B48C23B-ED12-417E-AE7A-D532DF40A296}"/>
              </a:ext>
            </a:extLst>
          </p:cNvPr>
          <p:cNvSpPr>
            <a:spLocks xmlns:a="http://schemas.openxmlformats.org/drawingml/2006/main" noGrp="1"/>
          </p:cNvSpPr>
          <p:nvPr/>
        </p:nvSpPr>
        <p:spPr>
          <a:xfrm xmlns:a="http://schemas.openxmlformats.org/drawingml/2006/main">
            <a:off x="4953000" y="22860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20304E"/>
                </a:solidFill>
                <a:latin typeface="Arial"/>
                <a:ea typeface="Arial"/>
                <a:cs typeface="Arial"/>
              </a:defRPr>
            </a:defPPr>
            <a:lvl1pPr>
              <a:defRPr sz="1800" b="1">
                <a:solidFill>
                  <a:srgbClr val="20304E"/>
                </a:solidFill>
                <a:latin typeface="Arial"/>
                <a:ea typeface="Arial"/>
                <a:cs typeface="Arial"/>
              </a:defRPr>
            </a:lvl1pPr>
            <a:lvl2pPr>
              <a:defRPr sz="1800" b="1">
                <a:solidFill>
                  <a:srgbClr val="20304E"/>
                </a:solidFill>
                <a:latin typeface="Arial"/>
                <a:ea typeface="Arial"/>
                <a:cs typeface="Arial"/>
              </a:defRPr>
            </a:lvl2pPr>
            <a:lvl3pPr>
              <a:defRPr sz="1800" b="1">
                <a:solidFill>
                  <a:srgbClr val="20304E"/>
                </a:solidFill>
                <a:latin typeface="Arial"/>
                <a:ea typeface="Arial"/>
                <a:cs typeface="Arial"/>
              </a:defRPr>
            </a:lvl3pPr>
            <a:lvl4pPr>
              <a:defRPr sz="1800" b="1">
                <a:solidFill>
                  <a:srgbClr val="20304E"/>
                </a:solidFill>
                <a:latin typeface="Arial"/>
                <a:ea typeface="Arial"/>
                <a:cs typeface="Arial"/>
              </a:defRPr>
            </a:lvl4pPr>
            <a:lvl5pPr>
              <a:defRPr sz="1800" b="1">
                <a:solidFill>
                  <a:srgbClr val="20304E"/>
                </a:solidFill>
                <a:latin typeface="Arial"/>
                <a:ea typeface="Arial"/>
                <a:cs typeface="Arial"/>
              </a:defRPr>
            </a:lvl5pPr>
            <a:lvl6pPr>
              <a:defRPr sz="1800" b="1">
                <a:solidFill>
                  <a:srgbClr val="20304E"/>
                </a:solidFill>
                <a:latin typeface="Arial"/>
                <a:ea typeface="Arial"/>
                <a:cs typeface="Arial"/>
              </a:defRPr>
            </a:lvl6pPr>
            <a:lvl7pPr>
              <a:defRPr sz="1800" b="1">
                <a:solidFill>
                  <a:srgbClr val="20304E"/>
                </a:solidFill>
                <a:latin typeface="Arial"/>
                <a:ea typeface="Arial"/>
                <a:cs typeface="Arial"/>
              </a:defRPr>
            </a:lvl7pPr>
            <a:lvl8pPr>
              <a:defRPr sz="1800" b="1">
                <a:solidFill>
                  <a:srgbClr val="20304E"/>
                </a:solidFill>
                <a:latin typeface="Arial"/>
                <a:ea typeface="Arial"/>
                <a:cs typeface="Arial"/>
              </a:defRPr>
            </a:lvl8pPr>
            <a:lvl9pPr>
              <a:defRPr sz="1800" b="1">
                <a:solidFill>
                  <a:srgbClr val="20304E"/>
                </a:solidFill>
                <a:latin typeface="Arial"/>
                <a:ea typeface="Arial"/>
                <a:cs typeface="Arial"/>
              </a:defRPr>
            </a:lvl9pPr>
          </a:lstStyle>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Dated source facts</a:t>
            </a:r>
          </a:p>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through Zetaris</a:t>
            </a:r>
          </a:p>
        </p:txBody>
      </p:sp>
      <p:sp>
        <p:nvSpPr>
          <p:cNvPr id="15" name="review">
            <a:extLst xmlns:a="http://schemas.openxmlformats.org/drawingml/2006/main">
              <a:ext uri="{FF2B5EF4-FFF2-40B4-BE49-F238E27FC236}">
                <a16:creationId xmlns:a16="http://schemas.microsoft.com/office/drawing/2014/main" id="{989A4C32-912B-40E9-A975-80EC5F2E94F2}"/>
              </a:ext>
            </a:extLst>
          </p:cNvPr>
          <p:cNvSpPr>
            <a:spLocks xmlns:a="http://schemas.openxmlformats.org/drawingml/2006/main" noGrp="1"/>
          </p:cNvSpPr>
          <p:nvPr/>
        </p:nvSpPr>
        <p:spPr>
          <a:xfrm xmlns:a="http://schemas.openxmlformats.org/drawingml/2006/main">
            <a:off x="9010650" y="2190750"/>
            <a:ext cx="2381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sp>
      <p:sp>
        <p:nvSpPr>
          <p:cNvPr id="16" name="reviewlabel">
            <a:extLst xmlns:a="http://schemas.openxmlformats.org/drawingml/2006/main">
              <a:ext uri="{FF2B5EF4-FFF2-40B4-BE49-F238E27FC236}">
                <a16:creationId xmlns:a16="http://schemas.microsoft.com/office/drawing/2014/main" id="{6F70BE87-44E8-45D5-9EB4-AFC3A86E2708}"/>
              </a:ext>
            </a:extLst>
          </p:cNvPr>
          <p:cNvSpPr>
            <a:spLocks xmlns:a="http://schemas.openxmlformats.org/drawingml/2006/main" noGrp="1"/>
          </p:cNvSpPr>
          <p:nvPr/>
        </p:nvSpPr>
        <p:spPr>
          <a:xfrm xmlns:a="http://schemas.openxmlformats.org/drawingml/2006/main">
            <a:off x="9153525" y="22860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20304E"/>
                </a:solidFill>
                <a:latin typeface="Arial"/>
                <a:ea typeface="Arial"/>
                <a:cs typeface="Arial"/>
              </a:defRPr>
            </a:defPPr>
            <a:lvl1pPr>
              <a:defRPr sz="1800" b="1">
                <a:solidFill>
                  <a:srgbClr val="20304E"/>
                </a:solidFill>
                <a:latin typeface="Arial"/>
                <a:ea typeface="Arial"/>
                <a:cs typeface="Arial"/>
              </a:defRPr>
            </a:lvl1pPr>
            <a:lvl2pPr>
              <a:defRPr sz="1800" b="1">
                <a:solidFill>
                  <a:srgbClr val="20304E"/>
                </a:solidFill>
                <a:latin typeface="Arial"/>
                <a:ea typeface="Arial"/>
                <a:cs typeface="Arial"/>
              </a:defRPr>
            </a:lvl2pPr>
            <a:lvl3pPr>
              <a:defRPr sz="1800" b="1">
                <a:solidFill>
                  <a:srgbClr val="20304E"/>
                </a:solidFill>
                <a:latin typeface="Arial"/>
                <a:ea typeface="Arial"/>
                <a:cs typeface="Arial"/>
              </a:defRPr>
            </a:lvl3pPr>
            <a:lvl4pPr>
              <a:defRPr sz="1800" b="1">
                <a:solidFill>
                  <a:srgbClr val="20304E"/>
                </a:solidFill>
                <a:latin typeface="Arial"/>
                <a:ea typeface="Arial"/>
                <a:cs typeface="Arial"/>
              </a:defRPr>
            </a:lvl4pPr>
            <a:lvl5pPr>
              <a:defRPr sz="1800" b="1">
                <a:solidFill>
                  <a:srgbClr val="20304E"/>
                </a:solidFill>
                <a:latin typeface="Arial"/>
                <a:ea typeface="Arial"/>
                <a:cs typeface="Arial"/>
              </a:defRPr>
            </a:lvl5pPr>
            <a:lvl6pPr>
              <a:defRPr sz="1800" b="1">
                <a:solidFill>
                  <a:srgbClr val="20304E"/>
                </a:solidFill>
                <a:latin typeface="Arial"/>
                <a:ea typeface="Arial"/>
                <a:cs typeface="Arial"/>
              </a:defRPr>
            </a:lvl6pPr>
            <a:lvl7pPr>
              <a:defRPr sz="1800" b="1">
                <a:solidFill>
                  <a:srgbClr val="20304E"/>
                </a:solidFill>
                <a:latin typeface="Arial"/>
                <a:ea typeface="Arial"/>
                <a:cs typeface="Arial"/>
              </a:defRPr>
            </a:lvl7pPr>
            <a:lvl8pPr>
              <a:defRPr sz="1800" b="1">
                <a:solidFill>
                  <a:srgbClr val="20304E"/>
                </a:solidFill>
                <a:latin typeface="Arial"/>
                <a:ea typeface="Arial"/>
                <a:cs typeface="Arial"/>
              </a:defRPr>
            </a:lvl8pPr>
            <a:lvl9pPr>
              <a:defRPr sz="1800" b="1">
                <a:solidFill>
                  <a:srgbClr val="20304E"/>
                </a:solidFill>
                <a:latin typeface="Arial"/>
                <a:ea typeface="Arial"/>
                <a:cs typeface="Arial"/>
              </a:defRPr>
            </a:lvl9pPr>
          </a:lstStyle>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Code plans source</a:t>
            </a:r>
          </a:p>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coverage and gaps</a:t>
            </a:r>
          </a:p>
        </p:txBody>
      </p:sp>
      <p:sp>
        <p:nvSpPr>
          <p:cNvPr id="17" name="checks">
            <a:extLst xmlns:a="http://schemas.openxmlformats.org/drawingml/2006/main">
              <a:ext uri="{FF2B5EF4-FFF2-40B4-BE49-F238E27FC236}">
                <a16:creationId xmlns:a16="http://schemas.microsoft.com/office/drawing/2014/main" id="{224BD12A-C500-4096-90CA-C221F4E43071}"/>
              </a:ext>
            </a:extLst>
          </p:cNvPr>
          <p:cNvSpPr>
            <a:spLocks xmlns:a="http://schemas.openxmlformats.org/drawingml/2006/main" noGrp="1"/>
          </p:cNvSpPr>
          <p:nvPr/>
        </p:nvSpPr>
        <p:spPr>
          <a:xfrm xmlns:a="http://schemas.openxmlformats.org/drawingml/2006/main">
            <a:off x="9010650" y="4476750"/>
            <a:ext cx="2381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sp>
      <p:sp>
        <p:nvSpPr>
          <p:cNvPr id="18" name="checkslabel">
            <a:extLst xmlns:a="http://schemas.openxmlformats.org/drawingml/2006/main">
              <a:ext uri="{FF2B5EF4-FFF2-40B4-BE49-F238E27FC236}">
                <a16:creationId xmlns:a16="http://schemas.microsoft.com/office/drawing/2014/main" id="{5E9C9B23-CC92-4BD0-9E86-99E9A72FB419}"/>
              </a:ext>
            </a:extLst>
          </p:cNvPr>
          <p:cNvSpPr>
            <a:spLocks xmlns:a="http://schemas.openxmlformats.org/drawingml/2006/main" noGrp="1"/>
          </p:cNvSpPr>
          <p:nvPr/>
        </p:nvSpPr>
        <p:spPr>
          <a:xfrm xmlns:a="http://schemas.openxmlformats.org/drawingml/2006/main">
            <a:off x="9153525" y="45720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20304E"/>
                </a:solidFill>
                <a:latin typeface="Arial"/>
                <a:ea typeface="Arial"/>
                <a:cs typeface="Arial"/>
              </a:defRPr>
            </a:defPPr>
            <a:lvl1pPr>
              <a:defRPr sz="1800" b="1">
                <a:solidFill>
                  <a:srgbClr val="20304E"/>
                </a:solidFill>
                <a:latin typeface="Arial"/>
                <a:ea typeface="Arial"/>
                <a:cs typeface="Arial"/>
              </a:defRPr>
            </a:lvl1pPr>
            <a:lvl2pPr>
              <a:defRPr sz="1800" b="1">
                <a:solidFill>
                  <a:srgbClr val="20304E"/>
                </a:solidFill>
                <a:latin typeface="Arial"/>
                <a:ea typeface="Arial"/>
                <a:cs typeface="Arial"/>
              </a:defRPr>
            </a:lvl2pPr>
            <a:lvl3pPr>
              <a:defRPr sz="1800" b="1">
                <a:solidFill>
                  <a:srgbClr val="20304E"/>
                </a:solidFill>
                <a:latin typeface="Arial"/>
                <a:ea typeface="Arial"/>
                <a:cs typeface="Arial"/>
              </a:defRPr>
            </a:lvl3pPr>
            <a:lvl4pPr>
              <a:defRPr sz="1800" b="1">
                <a:solidFill>
                  <a:srgbClr val="20304E"/>
                </a:solidFill>
                <a:latin typeface="Arial"/>
                <a:ea typeface="Arial"/>
                <a:cs typeface="Arial"/>
              </a:defRPr>
            </a:lvl4pPr>
            <a:lvl5pPr>
              <a:defRPr sz="1800" b="1">
                <a:solidFill>
                  <a:srgbClr val="20304E"/>
                </a:solidFill>
                <a:latin typeface="Arial"/>
                <a:ea typeface="Arial"/>
                <a:cs typeface="Arial"/>
              </a:defRPr>
            </a:lvl5pPr>
            <a:lvl6pPr>
              <a:defRPr sz="1800" b="1">
                <a:solidFill>
                  <a:srgbClr val="20304E"/>
                </a:solidFill>
                <a:latin typeface="Arial"/>
                <a:ea typeface="Arial"/>
                <a:cs typeface="Arial"/>
              </a:defRPr>
            </a:lvl6pPr>
            <a:lvl7pPr>
              <a:defRPr sz="1800" b="1">
                <a:solidFill>
                  <a:srgbClr val="20304E"/>
                </a:solidFill>
                <a:latin typeface="Arial"/>
                <a:ea typeface="Arial"/>
                <a:cs typeface="Arial"/>
              </a:defRPr>
            </a:lvl7pPr>
            <a:lvl8pPr>
              <a:defRPr sz="1800" b="1">
                <a:solidFill>
                  <a:srgbClr val="20304E"/>
                </a:solidFill>
                <a:latin typeface="Arial"/>
                <a:ea typeface="Arial"/>
                <a:cs typeface="Arial"/>
              </a:defRPr>
            </a:lvl8pPr>
            <a:lvl9pPr>
              <a:defRPr sz="1800" b="1">
                <a:solidFill>
                  <a:srgbClr val="20304E"/>
                </a:solidFill>
                <a:latin typeface="Arial"/>
                <a:ea typeface="Arial"/>
                <a:cs typeface="Arial"/>
              </a:defRPr>
            </a:lvl9pPr>
          </a:lstStyle>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Nightshift NVIDIA</a:t>
            </a:r>
          </a:p>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countercheck</a:t>
            </a:r>
          </a:p>
        </p:txBody>
      </p:sp>
      <p:sp>
        <p:nvSpPr>
          <p:cNvPr id="19" name="result">
            <a:extLst xmlns:a="http://schemas.openxmlformats.org/drawingml/2006/main">
              <a:ext uri="{FF2B5EF4-FFF2-40B4-BE49-F238E27FC236}">
                <a16:creationId xmlns:a16="http://schemas.microsoft.com/office/drawing/2014/main" id="{A87B8DA0-6600-4E67-900F-AB1CD0EC0582}"/>
              </a:ext>
            </a:extLst>
          </p:cNvPr>
          <p:cNvSpPr>
            <a:spLocks xmlns:a="http://schemas.openxmlformats.org/drawingml/2006/main" noGrp="1"/>
          </p:cNvSpPr>
          <p:nvPr/>
        </p:nvSpPr>
        <p:spPr>
          <a:xfrm xmlns:a="http://schemas.openxmlformats.org/drawingml/2006/main">
            <a:off x="4810125" y="4476750"/>
            <a:ext cx="2381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sp>
      <p:sp>
        <p:nvSpPr>
          <p:cNvPr id="20" name="resultlabel">
            <a:extLst xmlns:a="http://schemas.openxmlformats.org/drawingml/2006/main">
              <a:ext uri="{FF2B5EF4-FFF2-40B4-BE49-F238E27FC236}">
                <a16:creationId xmlns:a16="http://schemas.microsoft.com/office/drawing/2014/main" id="{28AF69F5-CF65-44E4-929A-7538951D7B73}"/>
              </a:ext>
            </a:extLst>
          </p:cNvPr>
          <p:cNvSpPr>
            <a:spLocks xmlns:a="http://schemas.openxmlformats.org/drawingml/2006/main" noGrp="1"/>
          </p:cNvSpPr>
          <p:nvPr/>
        </p:nvSpPr>
        <p:spPr>
          <a:xfrm xmlns:a="http://schemas.openxmlformats.org/drawingml/2006/main">
            <a:off x="4953000" y="45720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20304E"/>
                </a:solidFill>
                <a:latin typeface="Arial"/>
                <a:ea typeface="Arial"/>
                <a:cs typeface="Arial"/>
              </a:defRPr>
            </a:defPPr>
            <a:lvl1pPr>
              <a:defRPr sz="1800" b="1">
                <a:solidFill>
                  <a:srgbClr val="20304E"/>
                </a:solidFill>
                <a:latin typeface="Arial"/>
                <a:ea typeface="Arial"/>
                <a:cs typeface="Arial"/>
              </a:defRPr>
            </a:lvl1pPr>
            <a:lvl2pPr>
              <a:defRPr sz="1800" b="1">
                <a:solidFill>
                  <a:srgbClr val="20304E"/>
                </a:solidFill>
                <a:latin typeface="Arial"/>
                <a:ea typeface="Arial"/>
                <a:cs typeface="Arial"/>
              </a:defRPr>
            </a:lvl2pPr>
            <a:lvl3pPr>
              <a:defRPr sz="1800" b="1">
                <a:solidFill>
                  <a:srgbClr val="20304E"/>
                </a:solidFill>
                <a:latin typeface="Arial"/>
                <a:ea typeface="Arial"/>
                <a:cs typeface="Arial"/>
              </a:defRPr>
            </a:lvl3pPr>
            <a:lvl4pPr>
              <a:defRPr sz="1800" b="1">
                <a:solidFill>
                  <a:srgbClr val="20304E"/>
                </a:solidFill>
                <a:latin typeface="Arial"/>
                <a:ea typeface="Arial"/>
                <a:cs typeface="Arial"/>
              </a:defRPr>
            </a:lvl4pPr>
            <a:lvl5pPr>
              <a:defRPr sz="1800" b="1">
                <a:solidFill>
                  <a:srgbClr val="20304E"/>
                </a:solidFill>
                <a:latin typeface="Arial"/>
                <a:ea typeface="Arial"/>
                <a:cs typeface="Arial"/>
              </a:defRPr>
            </a:lvl5pPr>
            <a:lvl6pPr>
              <a:defRPr sz="1800" b="1">
                <a:solidFill>
                  <a:srgbClr val="20304E"/>
                </a:solidFill>
                <a:latin typeface="Arial"/>
                <a:ea typeface="Arial"/>
                <a:cs typeface="Arial"/>
              </a:defRPr>
            </a:lvl6pPr>
            <a:lvl7pPr>
              <a:defRPr sz="1800" b="1">
                <a:solidFill>
                  <a:srgbClr val="20304E"/>
                </a:solidFill>
                <a:latin typeface="Arial"/>
                <a:ea typeface="Arial"/>
                <a:cs typeface="Arial"/>
              </a:defRPr>
            </a:lvl7pPr>
            <a:lvl8pPr>
              <a:defRPr sz="1800" b="1">
                <a:solidFill>
                  <a:srgbClr val="20304E"/>
                </a:solidFill>
                <a:latin typeface="Arial"/>
                <a:ea typeface="Arial"/>
                <a:cs typeface="Arial"/>
              </a:defRPr>
            </a:lvl8pPr>
            <a:lvl9pPr>
              <a:defRPr sz="1800" b="1">
                <a:solidFill>
                  <a:srgbClr val="20304E"/>
                </a:solidFill>
                <a:latin typeface="Arial"/>
                <a:ea typeface="Arial"/>
                <a:cs typeface="Arial"/>
              </a:defRPr>
            </a:lvl9pPr>
          </a:lstStyle>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Validated report</a:t>
            </a:r>
          </a:p>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and source gaps</a:t>
            </a:r>
          </a:p>
        </p:txBody>
      </p:sp>
      <p:sp>
        <p:nvSpPr>
          <p:cNvPr id="21" name="memory">
            <a:extLst xmlns:a="http://schemas.openxmlformats.org/drawingml/2006/main">
              <a:ext uri="{FF2B5EF4-FFF2-40B4-BE49-F238E27FC236}">
                <a16:creationId xmlns:a16="http://schemas.microsoft.com/office/drawing/2014/main" id="{293E4072-A346-4918-9BE1-34DE013949B8}"/>
              </a:ext>
            </a:extLst>
          </p:cNvPr>
          <p:cNvSpPr>
            <a:spLocks xmlns:a="http://schemas.openxmlformats.org/drawingml/2006/main" noGrp="1"/>
          </p:cNvSpPr>
          <p:nvPr/>
        </p:nvSpPr>
        <p:spPr>
          <a:xfrm xmlns:a="http://schemas.openxmlformats.org/drawingml/2006/main">
            <a:off x="609600" y="4476750"/>
            <a:ext cx="2381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sp>
      <p:sp>
        <p:nvSpPr>
          <p:cNvPr id="22" name="memorylabel">
            <a:extLst xmlns:a="http://schemas.openxmlformats.org/drawingml/2006/main">
              <a:ext uri="{FF2B5EF4-FFF2-40B4-BE49-F238E27FC236}">
                <a16:creationId xmlns:a16="http://schemas.microsoft.com/office/drawing/2014/main" id="{61D1B11E-A449-48E0-A27F-FAA624C43D43}"/>
              </a:ext>
            </a:extLst>
          </p:cNvPr>
          <p:cNvSpPr>
            <a:spLocks xmlns:a="http://schemas.openxmlformats.org/drawingml/2006/main" noGrp="1"/>
          </p:cNvSpPr>
          <p:nvPr/>
        </p:nvSpPr>
        <p:spPr>
          <a:xfrm xmlns:a="http://schemas.openxmlformats.org/drawingml/2006/main">
            <a:off x="752475" y="45720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20304E"/>
                </a:solidFill>
                <a:latin typeface="Arial"/>
                <a:ea typeface="Arial"/>
                <a:cs typeface="Arial"/>
              </a:defRPr>
            </a:defPPr>
            <a:lvl1pPr>
              <a:defRPr sz="1800" b="1">
                <a:solidFill>
                  <a:srgbClr val="20304E"/>
                </a:solidFill>
                <a:latin typeface="Arial"/>
                <a:ea typeface="Arial"/>
                <a:cs typeface="Arial"/>
              </a:defRPr>
            </a:lvl1pPr>
            <a:lvl2pPr>
              <a:defRPr sz="1800" b="1">
                <a:solidFill>
                  <a:srgbClr val="20304E"/>
                </a:solidFill>
                <a:latin typeface="Arial"/>
                <a:ea typeface="Arial"/>
                <a:cs typeface="Arial"/>
              </a:defRPr>
            </a:lvl2pPr>
            <a:lvl3pPr>
              <a:defRPr sz="1800" b="1">
                <a:solidFill>
                  <a:srgbClr val="20304E"/>
                </a:solidFill>
                <a:latin typeface="Arial"/>
                <a:ea typeface="Arial"/>
                <a:cs typeface="Arial"/>
              </a:defRPr>
            </a:lvl3pPr>
            <a:lvl4pPr>
              <a:defRPr sz="1800" b="1">
                <a:solidFill>
                  <a:srgbClr val="20304E"/>
                </a:solidFill>
                <a:latin typeface="Arial"/>
                <a:ea typeface="Arial"/>
                <a:cs typeface="Arial"/>
              </a:defRPr>
            </a:lvl4pPr>
            <a:lvl5pPr>
              <a:defRPr sz="1800" b="1">
                <a:solidFill>
                  <a:srgbClr val="20304E"/>
                </a:solidFill>
                <a:latin typeface="Arial"/>
                <a:ea typeface="Arial"/>
                <a:cs typeface="Arial"/>
              </a:defRPr>
            </a:lvl5pPr>
            <a:lvl6pPr>
              <a:defRPr sz="1800" b="1">
                <a:solidFill>
                  <a:srgbClr val="20304E"/>
                </a:solidFill>
                <a:latin typeface="Arial"/>
                <a:ea typeface="Arial"/>
                <a:cs typeface="Arial"/>
              </a:defRPr>
            </a:lvl6pPr>
            <a:lvl7pPr>
              <a:defRPr sz="1800" b="1">
                <a:solidFill>
                  <a:srgbClr val="20304E"/>
                </a:solidFill>
                <a:latin typeface="Arial"/>
                <a:ea typeface="Arial"/>
                <a:cs typeface="Arial"/>
              </a:defRPr>
            </a:lvl7pPr>
            <a:lvl8pPr>
              <a:defRPr sz="1800" b="1">
                <a:solidFill>
                  <a:srgbClr val="20304E"/>
                </a:solidFill>
                <a:latin typeface="Arial"/>
                <a:ea typeface="Arial"/>
                <a:cs typeface="Arial"/>
              </a:defRPr>
            </a:lvl8pPr>
            <a:lvl9pPr>
              <a:defRPr sz="1800" b="1">
                <a:solidFill>
                  <a:srgbClr val="20304E"/>
                </a:solidFill>
                <a:latin typeface="Arial"/>
                <a:ea typeface="Arial"/>
                <a:cs typeface="Arial"/>
              </a:defRPr>
            </a:lvl9pPr>
          </a:lstStyle>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H-MEM recalls</a:t>
            </a:r>
          </a:p>
          <a:p xmlns:a="http://schemas.openxmlformats.org/drawingml/2006/main">
            <a:pPr>
              <a:defRPr sz="1800" b="1">
                <a:solidFill>
                  <a:srgbClr val="20304E"/>
                </a:solidFill>
                <a:latin typeface="Arial"/>
                <a:ea typeface="Arial"/>
                <a:cs typeface="Arial"/>
              </a:defRPr>
            </a:pPr>
            <a:r>
              <a:rPr sz="1800" b="1">
                <a:solidFill>
                  <a:srgbClr val="20304E"/>
                </a:solidFill>
                <a:latin typeface="Arial"/>
                <a:ea typeface="Arial"/>
                <a:cs typeface="Arial"/>
              </a:rPr>
              <a:t>earlier decisions</a:t>
            </a:r>
          </a:p>
        </p:txBody>
      </p:sp>
      <p:sp>
        <p:nvSpPr>
          <p:cNvPr id="23" name="loop">
            <a:extLst xmlns:a="http://schemas.openxmlformats.org/drawingml/2006/main">
              <a:ext uri="{FF2B5EF4-FFF2-40B4-BE49-F238E27FC236}">
                <a16:creationId xmlns:a16="http://schemas.microsoft.com/office/drawing/2014/main" id="{D039F456-7C83-41D5-BF70-EC3B89F5DF8C}"/>
              </a:ext>
            </a:extLst>
          </p:cNvPr>
          <p:cNvSpPr>
            <a:spLocks xmlns:a="http://schemas.openxmlformats.org/drawingml/2006/main" noGrp="1"/>
          </p:cNvSpPr>
          <p:nvPr/>
        </p:nvSpPr>
        <p:spPr>
          <a:xfrm xmlns:a="http://schemas.openxmlformats.org/drawingml/2006/main">
            <a:off x="609600" y="5886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4359E8"/>
                </a:solidFill>
                <a:latin typeface="Arial"/>
                <a:ea typeface="Arial"/>
                <a:cs typeface="Arial"/>
              </a:defRPr>
            </a:defPPr>
            <a:lvl1pPr>
              <a:defRPr sz="1800" b="1">
                <a:solidFill>
                  <a:srgbClr val="4359E8"/>
                </a:solidFill>
                <a:latin typeface="Arial"/>
                <a:ea typeface="Arial"/>
                <a:cs typeface="Arial"/>
              </a:defRPr>
            </a:lvl1pPr>
            <a:lvl2pPr>
              <a:defRPr sz="1800" b="1">
                <a:solidFill>
                  <a:srgbClr val="4359E8"/>
                </a:solidFill>
                <a:latin typeface="Arial"/>
                <a:ea typeface="Arial"/>
                <a:cs typeface="Arial"/>
              </a:defRPr>
            </a:lvl2pPr>
            <a:lvl3pPr>
              <a:defRPr sz="1800" b="1">
                <a:solidFill>
                  <a:srgbClr val="4359E8"/>
                </a:solidFill>
                <a:latin typeface="Arial"/>
                <a:ea typeface="Arial"/>
                <a:cs typeface="Arial"/>
              </a:defRPr>
            </a:lvl3pPr>
            <a:lvl4pPr>
              <a:defRPr sz="1800" b="1">
                <a:solidFill>
                  <a:srgbClr val="4359E8"/>
                </a:solidFill>
                <a:latin typeface="Arial"/>
                <a:ea typeface="Arial"/>
                <a:cs typeface="Arial"/>
              </a:defRPr>
            </a:lvl4pPr>
            <a:lvl5pPr>
              <a:defRPr sz="1800" b="1">
                <a:solidFill>
                  <a:srgbClr val="4359E8"/>
                </a:solidFill>
                <a:latin typeface="Arial"/>
                <a:ea typeface="Arial"/>
                <a:cs typeface="Arial"/>
              </a:defRPr>
            </a:lvl5pPr>
            <a:lvl6pPr>
              <a:defRPr sz="1800" b="1">
                <a:solidFill>
                  <a:srgbClr val="4359E8"/>
                </a:solidFill>
                <a:latin typeface="Arial"/>
                <a:ea typeface="Arial"/>
                <a:cs typeface="Arial"/>
              </a:defRPr>
            </a:lvl6pPr>
            <a:lvl7pPr>
              <a:defRPr sz="1800" b="1">
                <a:solidFill>
                  <a:srgbClr val="4359E8"/>
                </a:solidFill>
                <a:latin typeface="Arial"/>
                <a:ea typeface="Arial"/>
                <a:cs typeface="Arial"/>
              </a:defRPr>
            </a:lvl7pPr>
            <a:lvl8pPr>
              <a:defRPr sz="1800" b="1">
                <a:solidFill>
                  <a:srgbClr val="4359E8"/>
                </a:solidFill>
                <a:latin typeface="Arial"/>
                <a:ea typeface="Arial"/>
                <a:cs typeface="Arial"/>
              </a:defRPr>
            </a:lvl8pPr>
            <a:lvl9pPr>
              <a:defRPr sz="1800" b="1">
                <a:solidFill>
                  <a:srgbClr val="4359E8"/>
                </a:solidFill>
                <a:latin typeface="Arial"/>
                <a:ea typeface="Arial"/>
                <a:cs typeface="Arial"/>
              </a:defRPr>
            </a:lvl9pPr>
          </a:lstStyle>
          <a:p xmlns:a="http://schemas.openxmlformats.org/drawingml/2006/main">
            <a:pPr>
              <a:defRPr sz="1800" b="1">
                <a:solidFill>
                  <a:srgbClr val="4359E8"/>
                </a:solidFill>
                <a:latin typeface="Arial"/>
                <a:ea typeface="Arial"/>
                <a:cs typeface="Arial"/>
              </a:defRPr>
            </a:pPr>
            <a:r>
              <a:rPr sz="1800" b="1">
                <a:solidFill>
                  <a:srgbClr val="4359E8"/>
                </a:solidFill>
                <a:latin typeface="Arial"/>
                <a:ea typeface="Arial"/>
                <a:cs typeface="Arial"/>
              </a:rPr>
              <a:t>Historical memory adds context. Current source checks still run again.</a:t>
            </a:r>
          </a:p>
        </p:txBody>
      </p:sp>
    </p:spTree>
    <p:extLst>
      <p:ext uri="{BB962C8B-B14F-4D97-AF65-F5344CB8AC3E}">
        <p14:creationId xmlns:p14="http://schemas.microsoft.com/office/powerpoint/2010/main" val="420065566"/>
      </p:ext>
    </p:extLst>
  </p:cSld>
</p:sld>
</file>

<file path=ppt/slides/slide7.xml><?xml version="1.0" encoding="utf-8"?>
<p:sld xmlns:p="http://schemas.openxmlformats.org/presentationml/2006/main">
  <p:cSld>
    <p:bg>
      <p:bgPr>
        <a:solidFill xmlns:a="http://schemas.openxmlformats.org/drawingml/2006/main">
          <a:srgbClr val="101C35"/>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C37D664D-E1C2-4CA2-8448-300716B4D22D}"/>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Every required component has a working responsibility</a:t>
            </a:r>
          </a:p>
        </p:txBody>
      </p:sp>
      <p:sp>
        <p:nvSpPr>
          <p:cNvPr id="3" name="accent">
            <a:extLst xmlns:a="http://schemas.openxmlformats.org/drawingml/2006/main">
              <a:ext uri="{FF2B5EF4-FFF2-40B4-BE49-F238E27FC236}">
                <a16:creationId xmlns:a16="http://schemas.microsoft.com/office/drawing/2014/main" id="{E8783317-28C9-43A2-B4B3-80C3C6B3DAB8}"/>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4" name="folio">
            <a:extLst xmlns:a="http://schemas.openxmlformats.org/drawingml/2006/main">
              <a:ext uri="{FF2B5EF4-FFF2-40B4-BE49-F238E27FC236}">
                <a16:creationId xmlns:a16="http://schemas.microsoft.com/office/drawing/2014/main" id="{19459BD1-1D0F-4748-9082-E6E4CF5F8E11}"/>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A7B5D1"/>
                </a:solidFill>
                <a:latin typeface="Arial"/>
                <a:ea typeface="Arial"/>
                <a:cs typeface="Arial"/>
              </a:defRPr>
            </a:defPPr>
            <a:lvl1pPr>
              <a:defRPr sz="1050" b="0">
                <a:solidFill>
                  <a:srgbClr val="A7B5D1"/>
                </a:solidFill>
                <a:latin typeface="Arial"/>
                <a:ea typeface="Arial"/>
                <a:cs typeface="Arial"/>
              </a:defRPr>
            </a:lvl1pPr>
            <a:lvl2pPr>
              <a:defRPr sz="1050" b="0">
                <a:solidFill>
                  <a:srgbClr val="A7B5D1"/>
                </a:solidFill>
                <a:latin typeface="Arial"/>
                <a:ea typeface="Arial"/>
                <a:cs typeface="Arial"/>
              </a:defRPr>
            </a:lvl2pPr>
            <a:lvl3pPr>
              <a:defRPr sz="1050" b="0">
                <a:solidFill>
                  <a:srgbClr val="A7B5D1"/>
                </a:solidFill>
                <a:latin typeface="Arial"/>
                <a:ea typeface="Arial"/>
                <a:cs typeface="Arial"/>
              </a:defRPr>
            </a:lvl3pPr>
            <a:lvl4pPr>
              <a:defRPr sz="1050" b="0">
                <a:solidFill>
                  <a:srgbClr val="A7B5D1"/>
                </a:solidFill>
                <a:latin typeface="Arial"/>
                <a:ea typeface="Arial"/>
                <a:cs typeface="Arial"/>
              </a:defRPr>
            </a:lvl4pPr>
            <a:lvl5pPr>
              <a:defRPr sz="1050" b="0">
                <a:solidFill>
                  <a:srgbClr val="A7B5D1"/>
                </a:solidFill>
                <a:latin typeface="Arial"/>
                <a:ea typeface="Arial"/>
                <a:cs typeface="Arial"/>
              </a:defRPr>
            </a:lvl5pPr>
            <a:lvl6pPr>
              <a:defRPr sz="1050" b="0">
                <a:solidFill>
                  <a:srgbClr val="A7B5D1"/>
                </a:solidFill>
                <a:latin typeface="Arial"/>
                <a:ea typeface="Arial"/>
                <a:cs typeface="Arial"/>
              </a:defRPr>
            </a:lvl6pPr>
            <a:lvl7pPr>
              <a:defRPr sz="1050" b="0">
                <a:solidFill>
                  <a:srgbClr val="A7B5D1"/>
                </a:solidFill>
                <a:latin typeface="Arial"/>
                <a:ea typeface="Arial"/>
                <a:cs typeface="Arial"/>
              </a:defRPr>
            </a:lvl7pPr>
            <a:lvl8pPr>
              <a:defRPr sz="1050" b="0">
                <a:solidFill>
                  <a:srgbClr val="A7B5D1"/>
                </a:solidFill>
                <a:latin typeface="Arial"/>
                <a:ea typeface="Arial"/>
                <a:cs typeface="Arial"/>
              </a:defRPr>
            </a:lvl8pPr>
            <a:lvl9pPr>
              <a:defRPr sz="1050" b="0">
                <a:solidFill>
                  <a:srgbClr val="A7B5D1"/>
                </a:solidFill>
                <a:latin typeface="Arial"/>
                <a:ea typeface="Arial"/>
                <a:cs typeface="Arial"/>
              </a:defRPr>
            </a:lvl9pPr>
          </a:lstStyle>
          <a:p xmlns:a="http://schemas.openxmlformats.org/drawingml/2006/main">
            <a:pPr>
              <a:defRPr sz="1050" b="0">
                <a:solidFill>
                  <a:srgbClr val="A7B5D1"/>
                </a:solidFill>
                <a:latin typeface="Arial"/>
                <a:ea typeface="Arial"/>
                <a:cs typeface="Arial"/>
              </a:defRPr>
            </a:pPr>
            <a:r>
              <a:rPr sz="1050" b="0">
                <a:solidFill>
                  <a:srgbClr val="A7B5D1"/>
                </a:solidFill>
                <a:latin typeface="Arial"/>
                <a:ea typeface="Arial"/>
                <a:cs typeface="Arial"/>
              </a:rPr>
              <a:t>07</a:t>
            </a:r>
          </a:p>
        </p:txBody>
      </p:sp>
      <p:sp>
        <p:nvSpPr>
          <p:cNvPr id="5" name="rule0">
            <a:extLst xmlns:a="http://schemas.openxmlformats.org/drawingml/2006/main">
              <a:ext uri="{FF2B5EF4-FFF2-40B4-BE49-F238E27FC236}">
                <a16:creationId xmlns:a16="http://schemas.microsoft.com/office/drawing/2014/main" id="{6963F414-5727-42C4-AF0B-E20D05923141}"/>
              </a:ext>
            </a:extLst>
          </p:cNvPr>
          <p:cNvSpPr>
            <a:spLocks xmlns:a="http://schemas.openxmlformats.org/drawingml/2006/main" noGrp="1"/>
          </p:cNvSpPr>
          <p:nvPr/>
        </p:nvSpPr>
        <p:spPr>
          <a:xfrm xmlns:a="http://schemas.openxmlformats.org/drawingml/2006/main">
            <a:off x="609600" y="2000250"/>
            <a:ext cx="10915650" cy="9525"/>
          </a:xfrm>
          <a:prstGeom xmlns:a="http://schemas.openxmlformats.org/drawingml/2006/main" prst="rect">
            <a:avLst/>
          </a:prstGeom>
          <a:solidFill xmlns:a="http://schemas.openxmlformats.org/drawingml/2006/main">
            <a:srgbClr val="34435F"/>
          </a:solidFill>
          <a:ln xmlns:a="http://schemas.openxmlformats.org/drawingml/2006/main" w="0">
            <a:noFill/>
          </a:ln>
        </p:spPr>
      </p:sp>
      <p:sp>
        <p:nvSpPr>
          <p:cNvPr id="6" name="name0">
            <a:extLst xmlns:a="http://schemas.openxmlformats.org/drawingml/2006/main">
              <a:ext uri="{FF2B5EF4-FFF2-40B4-BE49-F238E27FC236}">
                <a16:creationId xmlns:a16="http://schemas.microsoft.com/office/drawing/2014/main" id="{F4A273B9-E701-453D-9BD0-744AA8D735A1}"/>
              </a:ext>
            </a:extLst>
          </p:cNvPr>
          <p:cNvSpPr>
            <a:spLocks xmlns:a="http://schemas.openxmlformats.org/drawingml/2006/main" noGrp="1"/>
          </p:cNvSpPr>
          <p:nvPr/>
        </p:nvSpPr>
        <p:spPr>
          <a:xfrm xmlns:a="http://schemas.openxmlformats.org/drawingml/2006/main">
            <a:off x="609600" y="209550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Zetaris</a:t>
            </a:r>
          </a:p>
        </p:txBody>
      </p:sp>
      <p:sp>
        <p:nvSpPr>
          <p:cNvPr id="7" name="job0">
            <a:extLst xmlns:a="http://schemas.openxmlformats.org/drawingml/2006/main">
              <a:ext uri="{FF2B5EF4-FFF2-40B4-BE49-F238E27FC236}">
                <a16:creationId xmlns:a16="http://schemas.microsoft.com/office/drawing/2014/main" id="{6DD110D7-02E5-4E5C-893A-6F6E372DDD5E}"/>
              </a:ext>
            </a:extLst>
          </p:cNvPr>
          <p:cNvSpPr>
            <a:spLocks xmlns:a="http://schemas.openxmlformats.org/drawingml/2006/main" noGrp="1"/>
          </p:cNvSpPr>
          <p:nvPr/>
        </p:nvSpPr>
        <p:spPr>
          <a:xfrm xmlns:a="http://schemas.openxmlformats.org/drawingml/2006/main">
            <a:off x="3381375" y="209550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C2CDE4"/>
                </a:solidFill>
                <a:latin typeface="Arial"/>
                <a:ea typeface="Arial"/>
                <a:cs typeface="Arial"/>
              </a:defRPr>
            </a:defPPr>
            <a:lvl1pPr>
              <a:defRPr sz="1800" b="0">
                <a:solidFill>
                  <a:srgbClr val="C2CDE4"/>
                </a:solidFill>
                <a:latin typeface="Arial"/>
                <a:ea typeface="Arial"/>
                <a:cs typeface="Arial"/>
              </a:defRPr>
            </a:lvl1pPr>
            <a:lvl2pPr>
              <a:defRPr sz="1800" b="0">
                <a:solidFill>
                  <a:srgbClr val="C2CDE4"/>
                </a:solidFill>
                <a:latin typeface="Arial"/>
                <a:ea typeface="Arial"/>
                <a:cs typeface="Arial"/>
              </a:defRPr>
            </a:lvl2pPr>
            <a:lvl3pPr>
              <a:defRPr sz="1800" b="0">
                <a:solidFill>
                  <a:srgbClr val="C2CDE4"/>
                </a:solidFill>
                <a:latin typeface="Arial"/>
                <a:ea typeface="Arial"/>
                <a:cs typeface="Arial"/>
              </a:defRPr>
            </a:lvl3pPr>
            <a:lvl4pPr>
              <a:defRPr sz="1800" b="0">
                <a:solidFill>
                  <a:srgbClr val="C2CDE4"/>
                </a:solidFill>
                <a:latin typeface="Arial"/>
                <a:ea typeface="Arial"/>
                <a:cs typeface="Arial"/>
              </a:defRPr>
            </a:lvl4pPr>
            <a:lvl5pPr>
              <a:defRPr sz="1800" b="0">
                <a:solidFill>
                  <a:srgbClr val="C2CDE4"/>
                </a:solidFill>
                <a:latin typeface="Arial"/>
                <a:ea typeface="Arial"/>
                <a:cs typeface="Arial"/>
              </a:defRPr>
            </a:lvl5pPr>
            <a:lvl6pPr>
              <a:defRPr sz="1800" b="0">
                <a:solidFill>
                  <a:srgbClr val="C2CDE4"/>
                </a:solidFill>
                <a:latin typeface="Arial"/>
                <a:ea typeface="Arial"/>
                <a:cs typeface="Arial"/>
              </a:defRPr>
            </a:lvl6pPr>
            <a:lvl7pPr>
              <a:defRPr sz="1800" b="0">
                <a:solidFill>
                  <a:srgbClr val="C2CDE4"/>
                </a:solidFill>
                <a:latin typeface="Arial"/>
                <a:ea typeface="Arial"/>
                <a:cs typeface="Arial"/>
              </a:defRPr>
            </a:lvl7pPr>
            <a:lvl8pPr>
              <a:defRPr sz="1800" b="0">
                <a:solidFill>
                  <a:srgbClr val="C2CDE4"/>
                </a:solidFill>
                <a:latin typeface="Arial"/>
                <a:ea typeface="Arial"/>
                <a:cs typeface="Arial"/>
              </a:defRPr>
            </a:lvl8pPr>
            <a:lvl9pPr>
              <a:defRPr sz="1800" b="0">
                <a:solidFill>
                  <a:srgbClr val="C2CDE4"/>
                </a:solidFill>
                <a:latin typeface="Arial"/>
                <a:ea typeface="Arial"/>
                <a:cs typeface="Arial"/>
              </a:defRPr>
            </a:lvl9pPr>
          </a:lstStyle>
          <a:p xmlns:a="http://schemas.openxmlformats.org/drawingml/2006/main">
            <a:pPr>
              <a:defRPr sz="1800" b="0">
                <a:solidFill>
                  <a:srgbClr val="C2CDE4"/>
                </a:solidFill>
                <a:latin typeface="Arial"/>
                <a:ea typeface="Arial"/>
                <a:cs typeface="Arial"/>
              </a:defRPr>
            </a:pPr>
            <a:r>
              <a:rPr sz="1800" b="0">
                <a:solidFill>
                  <a:srgbClr val="C2CDE4"/>
                </a:solidFill>
                <a:latin typeface="Arial"/>
                <a:ea typeface="Arial"/>
                <a:cs typeface="Arial"/>
              </a:rPr>
              <a:t>Owner-scoped financial observations</a:t>
            </a:r>
          </a:p>
        </p:txBody>
      </p:sp>
      <p:sp>
        <p:nvSpPr>
          <p:cNvPr id="8" name="proof0">
            <a:extLst xmlns:a="http://schemas.openxmlformats.org/drawingml/2006/main">
              <a:ext uri="{FF2B5EF4-FFF2-40B4-BE49-F238E27FC236}">
                <a16:creationId xmlns:a16="http://schemas.microsoft.com/office/drawing/2014/main" id="{E084D0F3-F4F1-470D-81AE-A230C44C5B35}"/>
              </a:ext>
            </a:extLst>
          </p:cNvPr>
          <p:cNvSpPr>
            <a:spLocks xmlns:a="http://schemas.openxmlformats.org/drawingml/2006/main" noGrp="1"/>
          </p:cNvSpPr>
          <p:nvPr/>
        </p:nvSpPr>
        <p:spPr>
          <a:xfrm xmlns:a="http://schemas.openxmlformats.org/drawingml/2006/main">
            <a:off x="7524750" y="209550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A3D4C0"/>
                </a:solidFill>
                <a:latin typeface="Arial"/>
                <a:ea typeface="Arial"/>
                <a:cs typeface="Arial"/>
              </a:defRPr>
            </a:defPPr>
            <a:lvl1pPr>
              <a:defRPr sz="1725" b="0">
                <a:solidFill>
                  <a:srgbClr val="A3D4C0"/>
                </a:solidFill>
                <a:latin typeface="Arial"/>
                <a:ea typeface="Arial"/>
                <a:cs typeface="Arial"/>
              </a:defRPr>
            </a:lvl1pPr>
            <a:lvl2pPr>
              <a:defRPr sz="1725" b="0">
                <a:solidFill>
                  <a:srgbClr val="A3D4C0"/>
                </a:solidFill>
                <a:latin typeface="Arial"/>
                <a:ea typeface="Arial"/>
                <a:cs typeface="Arial"/>
              </a:defRPr>
            </a:lvl2pPr>
            <a:lvl3pPr>
              <a:defRPr sz="1725" b="0">
                <a:solidFill>
                  <a:srgbClr val="A3D4C0"/>
                </a:solidFill>
                <a:latin typeface="Arial"/>
                <a:ea typeface="Arial"/>
                <a:cs typeface="Arial"/>
              </a:defRPr>
            </a:lvl3pPr>
            <a:lvl4pPr>
              <a:defRPr sz="1725" b="0">
                <a:solidFill>
                  <a:srgbClr val="A3D4C0"/>
                </a:solidFill>
                <a:latin typeface="Arial"/>
                <a:ea typeface="Arial"/>
                <a:cs typeface="Arial"/>
              </a:defRPr>
            </a:lvl4pPr>
            <a:lvl5pPr>
              <a:defRPr sz="1725" b="0">
                <a:solidFill>
                  <a:srgbClr val="A3D4C0"/>
                </a:solidFill>
                <a:latin typeface="Arial"/>
                <a:ea typeface="Arial"/>
                <a:cs typeface="Arial"/>
              </a:defRPr>
            </a:lvl5pPr>
            <a:lvl6pPr>
              <a:defRPr sz="1725" b="0">
                <a:solidFill>
                  <a:srgbClr val="A3D4C0"/>
                </a:solidFill>
                <a:latin typeface="Arial"/>
                <a:ea typeface="Arial"/>
                <a:cs typeface="Arial"/>
              </a:defRPr>
            </a:lvl6pPr>
            <a:lvl7pPr>
              <a:defRPr sz="1725" b="0">
                <a:solidFill>
                  <a:srgbClr val="A3D4C0"/>
                </a:solidFill>
                <a:latin typeface="Arial"/>
                <a:ea typeface="Arial"/>
                <a:cs typeface="Arial"/>
              </a:defRPr>
            </a:lvl7pPr>
            <a:lvl8pPr>
              <a:defRPr sz="1725" b="0">
                <a:solidFill>
                  <a:srgbClr val="A3D4C0"/>
                </a:solidFill>
                <a:latin typeface="Arial"/>
                <a:ea typeface="Arial"/>
                <a:cs typeface="Arial"/>
              </a:defRPr>
            </a:lvl8pPr>
            <a:lvl9pPr>
              <a:defRPr sz="1725" b="0">
                <a:solidFill>
                  <a:srgbClr val="A3D4C0"/>
                </a:solidFill>
                <a:latin typeface="Arial"/>
                <a:ea typeface="Arial"/>
                <a:cs typeface="Arial"/>
              </a:defRPr>
            </a:lvl9pPr>
          </a:lstStyle>
          <a:p xmlns:a="http://schemas.openxmlformats.org/drawingml/2006/main">
            <a:pPr>
              <a:defRPr sz="1725" b="0">
                <a:solidFill>
                  <a:srgbClr val="A3D4C0"/>
                </a:solidFill>
                <a:latin typeface="Arial"/>
                <a:ea typeface="Arial"/>
                <a:cs typeface="Arial"/>
              </a:defRPr>
            </a:pPr>
            <a:r>
              <a:rPr sz="1725" b="0">
                <a:solidFill>
                  <a:srgbClr val="A3D4C0"/>
                </a:solidFill>
                <a:latin typeface="Arial"/>
                <a:ea typeface="Arial"/>
                <a:cs typeface="Arial"/>
              </a:rPr>
              <a:t>Actual SQL readback with matching payload hash</a:t>
            </a:r>
          </a:p>
        </p:txBody>
      </p:sp>
      <p:sp>
        <p:nvSpPr>
          <p:cNvPr id="9" name="rule1">
            <a:extLst xmlns:a="http://schemas.openxmlformats.org/drawingml/2006/main">
              <a:ext uri="{FF2B5EF4-FFF2-40B4-BE49-F238E27FC236}">
                <a16:creationId xmlns:a16="http://schemas.microsoft.com/office/drawing/2014/main" id="{A3E2EB57-EF8E-4D50-A63D-A6BCB895E081}"/>
              </a:ext>
            </a:extLst>
          </p:cNvPr>
          <p:cNvSpPr>
            <a:spLocks xmlns:a="http://schemas.openxmlformats.org/drawingml/2006/main" noGrp="1"/>
          </p:cNvSpPr>
          <p:nvPr/>
        </p:nvSpPr>
        <p:spPr>
          <a:xfrm xmlns:a="http://schemas.openxmlformats.org/drawingml/2006/main">
            <a:off x="609600" y="2895600"/>
            <a:ext cx="10915650" cy="9525"/>
          </a:xfrm>
          <a:prstGeom xmlns:a="http://schemas.openxmlformats.org/drawingml/2006/main" prst="rect">
            <a:avLst/>
          </a:prstGeom>
          <a:solidFill xmlns:a="http://schemas.openxmlformats.org/drawingml/2006/main">
            <a:srgbClr val="34435F"/>
          </a:solidFill>
          <a:ln xmlns:a="http://schemas.openxmlformats.org/drawingml/2006/main" w="0">
            <a:noFill/>
          </a:ln>
        </p:spPr>
      </p:sp>
      <p:sp>
        <p:nvSpPr>
          <p:cNvPr id="10" name="name1">
            <a:extLst xmlns:a="http://schemas.openxmlformats.org/drawingml/2006/main">
              <a:ext uri="{FF2B5EF4-FFF2-40B4-BE49-F238E27FC236}">
                <a16:creationId xmlns:a16="http://schemas.microsoft.com/office/drawing/2014/main" id="{774EB7C8-2E9C-437B-93FA-8EE49CB49E8E}"/>
              </a:ext>
            </a:extLst>
          </p:cNvPr>
          <p:cNvSpPr>
            <a:spLocks xmlns:a="http://schemas.openxmlformats.org/drawingml/2006/main" noGrp="1"/>
          </p:cNvSpPr>
          <p:nvPr/>
        </p:nvSpPr>
        <p:spPr>
          <a:xfrm xmlns:a="http://schemas.openxmlformats.org/drawingml/2006/main">
            <a:off x="609600" y="299085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Nightshift</a:t>
            </a:r>
          </a:p>
        </p:txBody>
      </p:sp>
      <p:sp>
        <p:nvSpPr>
          <p:cNvPr id="11" name="job1">
            <a:extLst xmlns:a="http://schemas.openxmlformats.org/drawingml/2006/main">
              <a:ext uri="{FF2B5EF4-FFF2-40B4-BE49-F238E27FC236}">
                <a16:creationId xmlns:a16="http://schemas.microsoft.com/office/drawing/2014/main" id="{449D13C8-27E3-48D7-B488-A3B99D5294D4}"/>
              </a:ext>
            </a:extLst>
          </p:cNvPr>
          <p:cNvSpPr>
            <a:spLocks xmlns:a="http://schemas.openxmlformats.org/drawingml/2006/main" noGrp="1"/>
          </p:cNvSpPr>
          <p:nvPr/>
        </p:nvSpPr>
        <p:spPr>
          <a:xfrm xmlns:a="http://schemas.openxmlformats.org/drawingml/2006/main">
            <a:off x="3381375" y="299085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C2CDE4"/>
                </a:solidFill>
                <a:latin typeface="Arial"/>
                <a:ea typeface="Arial"/>
                <a:cs typeface="Arial"/>
              </a:defRPr>
            </a:defPPr>
            <a:lvl1pPr>
              <a:defRPr sz="1800" b="0">
                <a:solidFill>
                  <a:srgbClr val="C2CDE4"/>
                </a:solidFill>
                <a:latin typeface="Arial"/>
                <a:ea typeface="Arial"/>
                <a:cs typeface="Arial"/>
              </a:defRPr>
            </a:lvl1pPr>
            <a:lvl2pPr>
              <a:defRPr sz="1800" b="0">
                <a:solidFill>
                  <a:srgbClr val="C2CDE4"/>
                </a:solidFill>
                <a:latin typeface="Arial"/>
                <a:ea typeface="Arial"/>
                <a:cs typeface="Arial"/>
              </a:defRPr>
            </a:lvl2pPr>
            <a:lvl3pPr>
              <a:defRPr sz="1800" b="0">
                <a:solidFill>
                  <a:srgbClr val="C2CDE4"/>
                </a:solidFill>
                <a:latin typeface="Arial"/>
                <a:ea typeface="Arial"/>
                <a:cs typeface="Arial"/>
              </a:defRPr>
            </a:lvl3pPr>
            <a:lvl4pPr>
              <a:defRPr sz="1800" b="0">
                <a:solidFill>
                  <a:srgbClr val="C2CDE4"/>
                </a:solidFill>
                <a:latin typeface="Arial"/>
                <a:ea typeface="Arial"/>
                <a:cs typeface="Arial"/>
              </a:defRPr>
            </a:lvl4pPr>
            <a:lvl5pPr>
              <a:defRPr sz="1800" b="0">
                <a:solidFill>
                  <a:srgbClr val="C2CDE4"/>
                </a:solidFill>
                <a:latin typeface="Arial"/>
                <a:ea typeface="Arial"/>
                <a:cs typeface="Arial"/>
              </a:defRPr>
            </a:lvl5pPr>
            <a:lvl6pPr>
              <a:defRPr sz="1800" b="0">
                <a:solidFill>
                  <a:srgbClr val="C2CDE4"/>
                </a:solidFill>
                <a:latin typeface="Arial"/>
                <a:ea typeface="Arial"/>
                <a:cs typeface="Arial"/>
              </a:defRPr>
            </a:lvl6pPr>
            <a:lvl7pPr>
              <a:defRPr sz="1800" b="0">
                <a:solidFill>
                  <a:srgbClr val="C2CDE4"/>
                </a:solidFill>
                <a:latin typeface="Arial"/>
                <a:ea typeface="Arial"/>
                <a:cs typeface="Arial"/>
              </a:defRPr>
            </a:lvl7pPr>
            <a:lvl8pPr>
              <a:defRPr sz="1800" b="0">
                <a:solidFill>
                  <a:srgbClr val="C2CDE4"/>
                </a:solidFill>
                <a:latin typeface="Arial"/>
                <a:ea typeface="Arial"/>
                <a:cs typeface="Arial"/>
              </a:defRPr>
            </a:lvl8pPr>
            <a:lvl9pPr>
              <a:defRPr sz="1800" b="0">
                <a:solidFill>
                  <a:srgbClr val="C2CDE4"/>
                </a:solidFill>
                <a:latin typeface="Arial"/>
                <a:ea typeface="Arial"/>
                <a:cs typeface="Arial"/>
              </a:defRPr>
            </a:lvl9pPr>
          </a:lstStyle>
          <a:p xmlns:a="http://schemas.openxmlformats.org/drawingml/2006/main">
            <a:pPr>
              <a:defRPr sz="1800" b="0">
                <a:solidFill>
                  <a:srgbClr val="C2CDE4"/>
                </a:solidFill>
                <a:latin typeface="Arial"/>
                <a:ea typeface="Arial"/>
                <a:cs typeface="Arial"/>
              </a:defRPr>
            </a:pPr>
            <a:r>
              <a:rPr sz="1800" b="0">
                <a:solidFill>
                  <a:srgbClr val="C2CDE4"/>
                </a:solidFill>
                <a:latin typeface="Arial"/>
                <a:ea typeface="Arial"/>
                <a:cs typeface="Arial"/>
              </a:rPr>
              <a:t>Primary model gateway for source review</a:t>
            </a:r>
          </a:p>
        </p:txBody>
      </p:sp>
      <p:sp>
        <p:nvSpPr>
          <p:cNvPr id="12" name="proof1">
            <a:extLst xmlns:a="http://schemas.openxmlformats.org/drawingml/2006/main">
              <a:ext uri="{FF2B5EF4-FFF2-40B4-BE49-F238E27FC236}">
                <a16:creationId xmlns:a16="http://schemas.microsoft.com/office/drawing/2014/main" id="{7CCC510D-538C-4D90-B2A7-2F6DD4BB781B}"/>
              </a:ext>
            </a:extLst>
          </p:cNvPr>
          <p:cNvSpPr>
            <a:spLocks xmlns:a="http://schemas.openxmlformats.org/drawingml/2006/main" noGrp="1"/>
          </p:cNvSpPr>
          <p:nvPr/>
        </p:nvSpPr>
        <p:spPr>
          <a:xfrm xmlns:a="http://schemas.openxmlformats.org/drawingml/2006/main">
            <a:off x="7524750" y="299085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A3D4C0"/>
                </a:solidFill>
                <a:latin typeface="Arial"/>
                <a:ea typeface="Arial"/>
                <a:cs typeface="Arial"/>
              </a:defRPr>
            </a:defPPr>
            <a:lvl1pPr>
              <a:defRPr sz="1725" b="0">
                <a:solidFill>
                  <a:srgbClr val="A3D4C0"/>
                </a:solidFill>
                <a:latin typeface="Arial"/>
                <a:ea typeface="Arial"/>
                <a:cs typeface="Arial"/>
              </a:defRPr>
            </a:lvl1pPr>
            <a:lvl2pPr>
              <a:defRPr sz="1725" b="0">
                <a:solidFill>
                  <a:srgbClr val="A3D4C0"/>
                </a:solidFill>
                <a:latin typeface="Arial"/>
                <a:ea typeface="Arial"/>
                <a:cs typeface="Arial"/>
              </a:defRPr>
            </a:lvl2pPr>
            <a:lvl3pPr>
              <a:defRPr sz="1725" b="0">
                <a:solidFill>
                  <a:srgbClr val="A3D4C0"/>
                </a:solidFill>
                <a:latin typeface="Arial"/>
                <a:ea typeface="Arial"/>
                <a:cs typeface="Arial"/>
              </a:defRPr>
            </a:lvl3pPr>
            <a:lvl4pPr>
              <a:defRPr sz="1725" b="0">
                <a:solidFill>
                  <a:srgbClr val="A3D4C0"/>
                </a:solidFill>
                <a:latin typeface="Arial"/>
                <a:ea typeface="Arial"/>
                <a:cs typeface="Arial"/>
              </a:defRPr>
            </a:lvl4pPr>
            <a:lvl5pPr>
              <a:defRPr sz="1725" b="0">
                <a:solidFill>
                  <a:srgbClr val="A3D4C0"/>
                </a:solidFill>
                <a:latin typeface="Arial"/>
                <a:ea typeface="Arial"/>
                <a:cs typeface="Arial"/>
              </a:defRPr>
            </a:lvl5pPr>
            <a:lvl6pPr>
              <a:defRPr sz="1725" b="0">
                <a:solidFill>
                  <a:srgbClr val="A3D4C0"/>
                </a:solidFill>
                <a:latin typeface="Arial"/>
                <a:ea typeface="Arial"/>
                <a:cs typeface="Arial"/>
              </a:defRPr>
            </a:lvl6pPr>
            <a:lvl7pPr>
              <a:defRPr sz="1725" b="0">
                <a:solidFill>
                  <a:srgbClr val="A3D4C0"/>
                </a:solidFill>
                <a:latin typeface="Arial"/>
                <a:ea typeface="Arial"/>
                <a:cs typeface="Arial"/>
              </a:defRPr>
            </a:lvl7pPr>
            <a:lvl8pPr>
              <a:defRPr sz="1725" b="0">
                <a:solidFill>
                  <a:srgbClr val="A3D4C0"/>
                </a:solidFill>
                <a:latin typeface="Arial"/>
                <a:ea typeface="Arial"/>
                <a:cs typeface="Arial"/>
              </a:defRPr>
            </a:lvl8pPr>
            <a:lvl9pPr>
              <a:defRPr sz="1725" b="0">
                <a:solidFill>
                  <a:srgbClr val="A3D4C0"/>
                </a:solidFill>
                <a:latin typeface="Arial"/>
                <a:ea typeface="Arial"/>
                <a:cs typeface="Arial"/>
              </a:defRPr>
            </a:lvl9pPr>
          </a:lstStyle>
          <a:p xmlns:a="http://schemas.openxmlformats.org/drawingml/2006/main">
            <a:pPr>
              <a:defRPr sz="1725" b="0">
                <a:solidFill>
                  <a:srgbClr val="A3D4C0"/>
                </a:solidFill>
                <a:latin typeface="Arial"/>
                <a:ea typeface="Arial"/>
                <a:cs typeface="Arial"/>
              </a:defRPr>
            </a:pPr>
            <a:r>
              <a:rPr sz="1725" b="0">
                <a:solidFill>
                  <a:srgbClr val="A3D4C0"/>
                </a:solidFill>
                <a:latin typeface="Arial"/>
                <a:ea typeface="Arial"/>
                <a:cs typeface="Arial"/>
              </a:rPr>
              <a:t>Concrete model and usage receipts in each report</a:t>
            </a:r>
          </a:p>
        </p:txBody>
      </p:sp>
      <p:sp>
        <p:nvSpPr>
          <p:cNvPr id="13" name="rule2">
            <a:extLst xmlns:a="http://schemas.openxmlformats.org/drawingml/2006/main">
              <a:ext uri="{FF2B5EF4-FFF2-40B4-BE49-F238E27FC236}">
                <a16:creationId xmlns:a16="http://schemas.microsoft.com/office/drawing/2014/main" id="{DE827E00-3CAC-48F6-A90D-1A02EF605B7C}"/>
              </a:ext>
            </a:extLst>
          </p:cNvPr>
          <p:cNvSpPr>
            <a:spLocks xmlns:a="http://schemas.openxmlformats.org/drawingml/2006/main" noGrp="1"/>
          </p:cNvSpPr>
          <p:nvPr/>
        </p:nvSpPr>
        <p:spPr>
          <a:xfrm xmlns:a="http://schemas.openxmlformats.org/drawingml/2006/main">
            <a:off x="609600" y="3790950"/>
            <a:ext cx="10915650" cy="9525"/>
          </a:xfrm>
          <a:prstGeom xmlns:a="http://schemas.openxmlformats.org/drawingml/2006/main" prst="rect">
            <a:avLst/>
          </a:prstGeom>
          <a:solidFill xmlns:a="http://schemas.openxmlformats.org/drawingml/2006/main">
            <a:srgbClr val="34435F"/>
          </a:solidFill>
          <a:ln xmlns:a="http://schemas.openxmlformats.org/drawingml/2006/main" w="0">
            <a:noFill/>
          </a:ln>
        </p:spPr>
      </p:sp>
      <p:sp>
        <p:nvSpPr>
          <p:cNvPr id="14" name="name2">
            <a:extLst xmlns:a="http://schemas.openxmlformats.org/drawingml/2006/main">
              <a:ext uri="{FF2B5EF4-FFF2-40B4-BE49-F238E27FC236}">
                <a16:creationId xmlns:a16="http://schemas.microsoft.com/office/drawing/2014/main" id="{6DDBA849-31FC-4C55-BE79-44B482C0CF56}"/>
              </a:ext>
            </a:extLst>
          </p:cNvPr>
          <p:cNvSpPr>
            <a:spLocks xmlns:a="http://schemas.openxmlformats.org/drawingml/2006/main" noGrp="1"/>
          </p:cNvSpPr>
          <p:nvPr/>
        </p:nvSpPr>
        <p:spPr>
          <a:xfrm xmlns:a="http://schemas.openxmlformats.org/drawingml/2006/main">
            <a:off x="609600" y="388620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NVIDIA Nemotron Mini</a:t>
            </a:r>
          </a:p>
        </p:txBody>
      </p:sp>
      <p:sp>
        <p:nvSpPr>
          <p:cNvPr id="15" name="job2">
            <a:extLst xmlns:a="http://schemas.openxmlformats.org/drawingml/2006/main">
              <a:ext uri="{FF2B5EF4-FFF2-40B4-BE49-F238E27FC236}">
                <a16:creationId xmlns:a16="http://schemas.microsoft.com/office/drawing/2014/main" id="{86DF0EBF-E96D-4D79-87DC-52B913AF7DF3}"/>
              </a:ext>
            </a:extLst>
          </p:cNvPr>
          <p:cNvSpPr>
            <a:spLocks xmlns:a="http://schemas.openxmlformats.org/drawingml/2006/main" noGrp="1"/>
          </p:cNvSpPr>
          <p:nvPr/>
        </p:nvSpPr>
        <p:spPr>
          <a:xfrm xmlns:a="http://schemas.openxmlformats.org/drawingml/2006/main">
            <a:off x="3381375" y="388620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C2CDE4"/>
                </a:solidFill>
                <a:latin typeface="Arial"/>
                <a:ea typeface="Arial"/>
                <a:cs typeface="Arial"/>
              </a:defRPr>
            </a:defPPr>
            <a:lvl1pPr>
              <a:defRPr sz="1800" b="0">
                <a:solidFill>
                  <a:srgbClr val="C2CDE4"/>
                </a:solidFill>
                <a:latin typeface="Arial"/>
                <a:ea typeface="Arial"/>
                <a:cs typeface="Arial"/>
              </a:defRPr>
            </a:lvl1pPr>
            <a:lvl2pPr>
              <a:defRPr sz="1800" b="0">
                <a:solidFill>
                  <a:srgbClr val="C2CDE4"/>
                </a:solidFill>
                <a:latin typeface="Arial"/>
                <a:ea typeface="Arial"/>
                <a:cs typeface="Arial"/>
              </a:defRPr>
            </a:lvl2pPr>
            <a:lvl3pPr>
              <a:defRPr sz="1800" b="0">
                <a:solidFill>
                  <a:srgbClr val="C2CDE4"/>
                </a:solidFill>
                <a:latin typeface="Arial"/>
                <a:ea typeface="Arial"/>
                <a:cs typeface="Arial"/>
              </a:defRPr>
            </a:lvl3pPr>
            <a:lvl4pPr>
              <a:defRPr sz="1800" b="0">
                <a:solidFill>
                  <a:srgbClr val="C2CDE4"/>
                </a:solidFill>
                <a:latin typeface="Arial"/>
                <a:ea typeface="Arial"/>
                <a:cs typeface="Arial"/>
              </a:defRPr>
            </a:lvl4pPr>
            <a:lvl5pPr>
              <a:defRPr sz="1800" b="0">
                <a:solidFill>
                  <a:srgbClr val="C2CDE4"/>
                </a:solidFill>
                <a:latin typeface="Arial"/>
                <a:ea typeface="Arial"/>
                <a:cs typeface="Arial"/>
              </a:defRPr>
            </a:lvl5pPr>
            <a:lvl6pPr>
              <a:defRPr sz="1800" b="0">
                <a:solidFill>
                  <a:srgbClr val="C2CDE4"/>
                </a:solidFill>
                <a:latin typeface="Arial"/>
                <a:ea typeface="Arial"/>
                <a:cs typeface="Arial"/>
              </a:defRPr>
            </a:lvl6pPr>
            <a:lvl7pPr>
              <a:defRPr sz="1800" b="0">
                <a:solidFill>
                  <a:srgbClr val="C2CDE4"/>
                </a:solidFill>
                <a:latin typeface="Arial"/>
                <a:ea typeface="Arial"/>
                <a:cs typeface="Arial"/>
              </a:defRPr>
            </a:lvl7pPr>
            <a:lvl8pPr>
              <a:defRPr sz="1800" b="0">
                <a:solidFill>
                  <a:srgbClr val="C2CDE4"/>
                </a:solidFill>
                <a:latin typeface="Arial"/>
                <a:ea typeface="Arial"/>
                <a:cs typeface="Arial"/>
              </a:defRPr>
            </a:lvl8pPr>
            <a:lvl9pPr>
              <a:defRPr sz="1800" b="0">
                <a:solidFill>
                  <a:srgbClr val="C2CDE4"/>
                </a:solidFill>
                <a:latin typeface="Arial"/>
                <a:ea typeface="Arial"/>
                <a:cs typeface="Arial"/>
              </a:defRPr>
            </a:lvl9pPr>
          </a:lstStyle>
          <a:p xmlns:a="http://schemas.openxmlformats.org/drawingml/2006/main">
            <a:pPr>
              <a:defRPr sz="1800" b="0">
                <a:solidFill>
                  <a:srgbClr val="C2CDE4"/>
                </a:solidFill>
                <a:latin typeface="Arial"/>
                <a:ea typeface="Arial"/>
                <a:cs typeface="Arial"/>
              </a:defRPr>
            </a:pPr>
            <a:r>
              <a:rPr sz="1800" b="0">
                <a:solidFill>
                  <a:srgbClr val="C2CDE4"/>
                </a:solidFill>
                <a:latin typeface="Arial"/>
                <a:ea typeface="Arial"/>
                <a:cs typeface="Arial"/>
              </a:rPr>
              <a:t>One source-risk countercheck</a:t>
            </a:r>
          </a:p>
        </p:txBody>
      </p:sp>
      <p:sp>
        <p:nvSpPr>
          <p:cNvPr id="16" name="proof2">
            <a:extLst xmlns:a="http://schemas.openxmlformats.org/drawingml/2006/main">
              <a:ext uri="{FF2B5EF4-FFF2-40B4-BE49-F238E27FC236}">
                <a16:creationId xmlns:a16="http://schemas.microsoft.com/office/drawing/2014/main" id="{3A710788-9A9C-4073-97F9-ACE17CC5C290}"/>
              </a:ext>
            </a:extLst>
          </p:cNvPr>
          <p:cNvSpPr>
            <a:spLocks xmlns:a="http://schemas.openxmlformats.org/drawingml/2006/main" noGrp="1"/>
          </p:cNvSpPr>
          <p:nvPr/>
        </p:nvSpPr>
        <p:spPr>
          <a:xfrm xmlns:a="http://schemas.openxmlformats.org/drawingml/2006/main">
            <a:off x="7524750" y="388620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A3D4C0"/>
                </a:solidFill>
                <a:latin typeface="Arial"/>
                <a:ea typeface="Arial"/>
                <a:cs typeface="Arial"/>
              </a:defRPr>
            </a:defPPr>
            <a:lvl1pPr>
              <a:defRPr sz="1725" b="0">
                <a:solidFill>
                  <a:srgbClr val="A3D4C0"/>
                </a:solidFill>
                <a:latin typeface="Arial"/>
                <a:ea typeface="Arial"/>
                <a:cs typeface="Arial"/>
              </a:defRPr>
            </a:lvl1pPr>
            <a:lvl2pPr>
              <a:defRPr sz="1725" b="0">
                <a:solidFill>
                  <a:srgbClr val="A3D4C0"/>
                </a:solidFill>
                <a:latin typeface="Arial"/>
                <a:ea typeface="Arial"/>
                <a:cs typeface="Arial"/>
              </a:defRPr>
            </a:lvl2pPr>
            <a:lvl3pPr>
              <a:defRPr sz="1725" b="0">
                <a:solidFill>
                  <a:srgbClr val="A3D4C0"/>
                </a:solidFill>
                <a:latin typeface="Arial"/>
                <a:ea typeface="Arial"/>
                <a:cs typeface="Arial"/>
              </a:defRPr>
            </a:lvl3pPr>
            <a:lvl4pPr>
              <a:defRPr sz="1725" b="0">
                <a:solidFill>
                  <a:srgbClr val="A3D4C0"/>
                </a:solidFill>
                <a:latin typeface="Arial"/>
                <a:ea typeface="Arial"/>
                <a:cs typeface="Arial"/>
              </a:defRPr>
            </a:lvl4pPr>
            <a:lvl5pPr>
              <a:defRPr sz="1725" b="0">
                <a:solidFill>
                  <a:srgbClr val="A3D4C0"/>
                </a:solidFill>
                <a:latin typeface="Arial"/>
                <a:ea typeface="Arial"/>
                <a:cs typeface="Arial"/>
              </a:defRPr>
            </a:lvl5pPr>
            <a:lvl6pPr>
              <a:defRPr sz="1725" b="0">
                <a:solidFill>
                  <a:srgbClr val="A3D4C0"/>
                </a:solidFill>
                <a:latin typeface="Arial"/>
                <a:ea typeface="Arial"/>
                <a:cs typeface="Arial"/>
              </a:defRPr>
            </a:lvl6pPr>
            <a:lvl7pPr>
              <a:defRPr sz="1725" b="0">
                <a:solidFill>
                  <a:srgbClr val="A3D4C0"/>
                </a:solidFill>
                <a:latin typeface="Arial"/>
                <a:ea typeface="Arial"/>
                <a:cs typeface="Arial"/>
              </a:defRPr>
            </a:lvl7pPr>
            <a:lvl8pPr>
              <a:defRPr sz="1725" b="0">
                <a:solidFill>
                  <a:srgbClr val="A3D4C0"/>
                </a:solidFill>
                <a:latin typeface="Arial"/>
                <a:ea typeface="Arial"/>
                <a:cs typeface="Arial"/>
              </a:defRPr>
            </a:lvl8pPr>
            <a:lvl9pPr>
              <a:defRPr sz="1725" b="0">
                <a:solidFill>
                  <a:srgbClr val="A3D4C0"/>
                </a:solidFill>
                <a:latin typeface="Arial"/>
                <a:ea typeface="Arial"/>
                <a:cs typeface="Arial"/>
              </a:defRPr>
            </a:lvl9pPr>
          </a:lstStyle>
          <a:p xmlns:a="http://schemas.openxmlformats.org/drawingml/2006/main">
            <a:pPr>
              <a:defRPr sz="1725" b="0">
                <a:solidFill>
                  <a:srgbClr val="A3D4C0"/>
                </a:solidFill>
                <a:latin typeface="Arial"/>
                <a:ea typeface="Arial"/>
                <a:cs typeface="Arial"/>
              </a:defRPr>
            </a:pPr>
            <a:r>
              <a:rPr sz="1725" b="0">
                <a:solidFill>
                  <a:srgbClr val="A3D4C0"/>
                </a:solidFill>
                <a:latin typeface="Arial"/>
                <a:ea typeface="Arial"/>
                <a:cs typeface="Arial"/>
              </a:rPr>
              <a:t>Bounded output with binding code validation</a:t>
            </a:r>
          </a:p>
        </p:txBody>
      </p:sp>
      <p:sp>
        <p:nvSpPr>
          <p:cNvPr id="17" name="rule3">
            <a:extLst xmlns:a="http://schemas.openxmlformats.org/drawingml/2006/main">
              <a:ext uri="{FF2B5EF4-FFF2-40B4-BE49-F238E27FC236}">
                <a16:creationId xmlns:a16="http://schemas.microsoft.com/office/drawing/2014/main" id="{17C445B3-22B4-4BE6-9487-ED6808CD3CFC}"/>
              </a:ext>
            </a:extLst>
          </p:cNvPr>
          <p:cNvSpPr>
            <a:spLocks xmlns:a="http://schemas.openxmlformats.org/drawingml/2006/main" noGrp="1"/>
          </p:cNvSpPr>
          <p:nvPr/>
        </p:nvSpPr>
        <p:spPr>
          <a:xfrm xmlns:a="http://schemas.openxmlformats.org/drawingml/2006/main">
            <a:off x="609600" y="4686300"/>
            <a:ext cx="10915650" cy="9525"/>
          </a:xfrm>
          <a:prstGeom xmlns:a="http://schemas.openxmlformats.org/drawingml/2006/main" prst="rect">
            <a:avLst/>
          </a:prstGeom>
          <a:solidFill xmlns:a="http://schemas.openxmlformats.org/drawingml/2006/main">
            <a:srgbClr val="34435F"/>
          </a:solidFill>
          <a:ln xmlns:a="http://schemas.openxmlformats.org/drawingml/2006/main" w="0">
            <a:noFill/>
          </a:ln>
        </p:spPr>
      </p:sp>
      <p:sp>
        <p:nvSpPr>
          <p:cNvPr id="18" name="name3">
            <a:extLst xmlns:a="http://schemas.openxmlformats.org/drawingml/2006/main">
              <a:ext uri="{FF2B5EF4-FFF2-40B4-BE49-F238E27FC236}">
                <a16:creationId xmlns:a16="http://schemas.microsoft.com/office/drawing/2014/main" id="{2740FE33-B582-4FF1-94E7-85CE4F3237CE}"/>
              </a:ext>
            </a:extLst>
          </p:cNvPr>
          <p:cNvSpPr>
            <a:spLocks xmlns:a="http://schemas.openxmlformats.org/drawingml/2006/main" noGrp="1"/>
          </p:cNvSpPr>
          <p:nvPr/>
        </p:nvSpPr>
        <p:spPr>
          <a:xfrm xmlns:a="http://schemas.openxmlformats.org/drawingml/2006/main">
            <a:off x="609600" y="478155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Meterless H-MEM</a:t>
            </a:r>
          </a:p>
        </p:txBody>
      </p:sp>
      <p:sp>
        <p:nvSpPr>
          <p:cNvPr id="19" name="job3">
            <a:extLst xmlns:a="http://schemas.openxmlformats.org/drawingml/2006/main">
              <a:ext uri="{FF2B5EF4-FFF2-40B4-BE49-F238E27FC236}">
                <a16:creationId xmlns:a16="http://schemas.microsoft.com/office/drawing/2014/main" id="{B4B3C887-5C4D-44DD-A963-BAC3522029FB}"/>
              </a:ext>
            </a:extLst>
          </p:cNvPr>
          <p:cNvSpPr>
            <a:spLocks xmlns:a="http://schemas.openxmlformats.org/drawingml/2006/main" noGrp="1"/>
          </p:cNvSpPr>
          <p:nvPr/>
        </p:nvSpPr>
        <p:spPr>
          <a:xfrm xmlns:a="http://schemas.openxmlformats.org/drawingml/2006/main">
            <a:off x="3381375" y="4781550"/>
            <a:ext cx="371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C2CDE4"/>
                </a:solidFill>
                <a:latin typeface="Arial"/>
                <a:ea typeface="Arial"/>
                <a:cs typeface="Arial"/>
              </a:defRPr>
            </a:defPPr>
            <a:lvl1pPr>
              <a:defRPr sz="1800" b="0">
                <a:solidFill>
                  <a:srgbClr val="C2CDE4"/>
                </a:solidFill>
                <a:latin typeface="Arial"/>
                <a:ea typeface="Arial"/>
                <a:cs typeface="Arial"/>
              </a:defRPr>
            </a:lvl1pPr>
            <a:lvl2pPr>
              <a:defRPr sz="1800" b="0">
                <a:solidFill>
                  <a:srgbClr val="C2CDE4"/>
                </a:solidFill>
                <a:latin typeface="Arial"/>
                <a:ea typeface="Arial"/>
                <a:cs typeface="Arial"/>
              </a:defRPr>
            </a:lvl2pPr>
            <a:lvl3pPr>
              <a:defRPr sz="1800" b="0">
                <a:solidFill>
                  <a:srgbClr val="C2CDE4"/>
                </a:solidFill>
                <a:latin typeface="Arial"/>
                <a:ea typeface="Arial"/>
                <a:cs typeface="Arial"/>
              </a:defRPr>
            </a:lvl3pPr>
            <a:lvl4pPr>
              <a:defRPr sz="1800" b="0">
                <a:solidFill>
                  <a:srgbClr val="C2CDE4"/>
                </a:solidFill>
                <a:latin typeface="Arial"/>
                <a:ea typeface="Arial"/>
                <a:cs typeface="Arial"/>
              </a:defRPr>
            </a:lvl4pPr>
            <a:lvl5pPr>
              <a:defRPr sz="1800" b="0">
                <a:solidFill>
                  <a:srgbClr val="C2CDE4"/>
                </a:solidFill>
                <a:latin typeface="Arial"/>
                <a:ea typeface="Arial"/>
                <a:cs typeface="Arial"/>
              </a:defRPr>
            </a:lvl5pPr>
            <a:lvl6pPr>
              <a:defRPr sz="1800" b="0">
                <a:solidFill>
                  <a:srgbClr val="C2CDE4"/>
                </a:solidFill>
                <a:latin typeface="Arial"/>
                <a:ea typeface="Arial"/>
                <a:cs typeface="Arial"/>
              </a:defRPr>
            </a:lvl6pPr>
            <a:lvl7pPr>
              <a:defRPr sz="1800" b="0">
                <a:solidFill>
                  <a:srgbClr val="C2CDE4"/>
                </a:solidFill>
                <a:latin typeface="Arial"/>
                <a:ea typeface="Arial"/>
                <a:cs typeface="Arial"/>
              </a:defRPr>
            </a:lvl7pPr>
            <a:lvl8pPr>
              <a:defRPr sz="1800" b="0">
                <a:solidFill>
                  <a:srgbClr val="C2CDE4"/>
                </a:solidFill>
                <a:latin typeface="Arial"/>
                <a:ea typeface="Arial"/>
                <a:cs typeface="Arial"/>
              </a:defRPr>
            </a:lvl8pPr>
            <a:lvl9pPr>
              <a:defRPr sz="1800" b="0">
                <a:solidFill>
                  <a:srgbClr val="C2CDE4"/>
                </a:solidFill>
                <a:latin typeface="Arial"/>
                <a:ea typeface="Arial"/>
                <a:cs typeface="Arial"/>
              </a:defRPr>
            </a:lvl9pPr>
          </a:lstStyle>
          <a:p xmlns:a="http://schemas.openxmlformats.org/drawingml/2006/main">
            <a:pPr>
              <a:defRPr sz="1800" b="0">
                <a:solidFill>
                  <a:srgbClr val="C2CDE4"/>
                </a:solidFill>
                <a:latin typeface="Arial"/>
                <a:ea typeface="Arial"/>
                <a:cs typeface="Arial"/>
              </a:defRPr>
            </a:pPr>
            <a:r>
              <a:rPr sz="1800" b="0">
                <a:solidFill>
                  <a:srgbClr val="C2CDE4"/>
                </a:solidFill>
                <a:latin typeface="Arial"/>
                <a:ea typeface="Arial"/>
                <a:cs typeface="Arial"/>
              </a:rPr>
              <a:t>Recall prior review decisions</a:t>
            </a:r>
          </a:p>
        </p:txBody>
      </p:sp>
      <p:sp>
        <p:nvSpPr>
          <p:cNvPr id="20" name="proof3">
            <a:extLst xmlns:a="http://schemas.openxmlformats.org/drawingml/2006/main">
              <a:ext uri="{FF2B5EF4-FFF2-40B4-BE49-F238E27FC236}">
                <a16:creationId xmlns:a16="http://schemas.microsoft.com/office/drawing/2014/main" id="{C68DEBB0-B00B-43B1-A7B7-73FD50E69BB7}"/>
              </a:ext>
            </a:extLst>
          </p:cNvPr>
          <p:cNvSpPr>
            <a:spLocks xmlns:a="http://schemas.openxmlformats.org/drawingml/2006/main" noGrp="1"/>
          </p:cNvSpPr>
          <p:nvPr/>
        </p:nvSpPr>
        <p:spPr>
          <a:xfrm xmlns:a="http://schemas.openxmlformats.org/drawingml/2006/main">
            <a:off x="7524750" y="478155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A3D4C0"/>
                </a:solidFill>
                <a:latin typeface="Arial"/>
                <a:ea typeface="Arial"/>
                <a:cs typeface="Arial"/>
              </a:defRPr>
            </a:defPPr>
            <a:lvl1pPr>
              <a:defRPr sz="1725" b="0">
                <a:solidFill>
                  <a:srgbClr val="A3D4C0"/>
                </a:solidFill>
                <a:latin typeface="Arial"/>
                <a:ea typeface="Arial"/>
                <a:cs typeface="Arial"/>
              </a:defRPr>
            </a:lvl1pPr>
            <a:lvl2pPr>
              <a:defRPr sz="1725" b="0">
                <a:solidFill>
                  <a:srgbClr val="A3D4C0"/>
                </a:solidFill>
                <a:latin typeface="Arial"/>
                <a:ea typeface="Arial"/>
                <a:cs typeface="Arial"/>
              </a:defRPr>
            </a:lvl2pPr>
            <a:lvl3pPr>
              <a:defRPr sz="1725" b="0">
                <a:solidFill>
                  <a:srgbClr val="A3D4C0"/>
                </a:solidFill>
                <a:latin typeface="Arial"/>
                <a:ea typeface="Arial"/>
                <a:cs typeface="Arial"/>
              </a:defRPr>
            </a:lvl3pPr>
            <a:lvl4pPr>
              <a:defRPr sz="1725" b="0">
                <a:solidFill>
                  <a:srgbClr val="A3D4C0"/>
                </a:solidFill>
                <a:latin typeface="Arial"/>
                <a:ea typeface="Arial"/>
                <a:cs typeface="Arial"/>
              </a:defRPr>
            </a:lvl4pPr>
            <a:lvl5pPr>
              <a:defRPr sz="1725" b="0">
                <a:solidFill>
                  <a:srgbClr val="A3D4C0"/>
                </a:solidFill>
                <a:latin typeface="Arial"/>
                <a:ea typeface="Arial"/>
                <a:cs typeface="Arial"/>
              </a:defRPr>
            </a:lvl5pPr>
            <a:lvl6pPr>
              <a:defRPr sz="1725" b="0">
                <a:solidFill>
                  <a:srgbClr val="A3D4C0"/>
                </a:solidFill>
                <a:latin typeface="Arial"/>
                <a:ea typeface="Arial"/>
                <a:cs typeface="Arial"/>
              </a:defRPr>
            </a:lvl6pPr>
            <a:lvl7pPr>
              <a:defRPr sz="1725" b="0">
                <a:solidFill>
                  <a:srgbClr val="A3D4C0"/>
                </a:solidFill>
                <a:latin typeface="Arial"/>
                <a:ea typeface="Arial"/>
                <a:cs typeface="Arial"/>
              </a:defRPr>
            </a:lvl7pPr>
            <a:lvl8pPr>
              <a:defRPr sz="1725" b="0">
                <a:solidFill>
                  <a:srgbClr val="A3D4C0"/>
                </a:solidFill>
                <a:latin typeface="Arial"/>
                <a:ea typeface="Arial"/>
                <a:cs typeface="Arial"/>
              </a:defRPr>
            </a:lvl8pPr>
            <a:lvl9pPr>
              <a:defRPr sz="1725" b="0">
                <a:solidFill>
                  <a:srgbClr val="A3D4C0"/>
                </a:solidFill>
                <a:latin typeface="Arial"/>
                <a:ea typeface="Arial"/>
                <a:cs typeface="Arial"/>
              </a:defRPr>
            </a:lvl9pPr>
          </a:lstStyle>
          <a:p xmlns:a="http://schemas.openxmlformats.org/drawingml/2006/main">
            <a:pPr>
              <a:defRPr sz="1725" b="0">
                <a:solidFill>
                  <a:srgbClr val="A3D4C0"/>
                </a:solidFill>
                <a:latin typeface="Arial"/>
                <a:ea typeface="Arial"/>
                <a:cs typeface="Arial"/>
              </a:defRPr>
            </a:pPr>
            <a:r>
              <a:rPr sz="1725" b="0">
                <a:solidFill>
                  <a:srgbClr val="A3D4C0"/>
                </a:solidFill>
                <a:latin typeface="Arial"/>
                <a:ea typeface="Arial"/>
                <a:cs typeface="Arial"/>
              </a:rPr>
              <a:t>Historical context remains separate from sources</a:t>
            </a:r>
          </a:p>
        </p:txBody>
      </p:sp>
      <p:sp>
        <p:nvSpPr>
          <p:cNvPr id="21" name="appstack">
            <a:extLst xmlns:a="http://schemas.openxmlformats.org/drawingml/2006/main">
              <a:ext uri="{FF2B5EF4-FFF2-40B4-BE49-F238E27FC236}">
                <a16:creationId xmlns:a16="http://schemas.microsoft.com/office/drawing/2014/main" id="{142A73D8-F752-4C8D-80AE-3DB185517A81}"/>
              </a:ext>
            </a:extLst>
          </p:cNvPr>
          <p:cNvSpPr>
            <a:spLocks xmlns:a="http://schemas.openxmlformats.org/drawingml/2006/main" noGrp="1"/>
          </p:cNvSpPr>
          <p:nvPr/>
        </p:nvSpPr>
        <p:spPr>
          <a:xfrm xmlns:a="http://schemas.openxmlformats.org/drawingml/2006/main">
            <a:off x="609600" y="59721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C2CDE4"/>
                </a:solidFill>
                <a:latin typeface="Arial"/>
                <a:ea typeface="Arial"/>
                <a:cs typeface="Arial"/>
              </a:defRPr>
            </a:defPPr>
            <a:lvl1pPr>
              <a:defRPr sz="1575" b="0">
                <a:solidFill>
                  <a:srgbClr val="C2CDE4"/>
                </a:solidFill>
                <a:latin typeface="Arial"/>
                <a:ea typeface="Arial"/>
                <a:cs typeface="Arial"/>
              </a:defRPr>
            </a:lvl1pPr>
            <a:lvl2pPr>
              <a:defRPr sz="1575" b="0">
                <a:solidFill>
                  <a:srgbClr val="C2CDE4"/>
                </a:solidFill>
                <a:latin typeface="Arial"/>
                <a:ea typeface="Arial"/>
                <a:cs typeface="Arial"/>
              </a:defRPr>
            </a:lvl2pPr>
            <a:lvl3pPr>
              <a:defRPr sz="1575" b="0">
                <a:solidFill>
                  <a:srgbClr val="C2CDE4"/>
                </a:solidFill>
                <a:latin typeface="Arial"/>
                <a:ea typeface="Arial"/>
                <a:cs typeface="Arial"/>
              </a:defRPr>
            </a:lvl3pPr>
            <a:lvl4pPr>
              <a:defRPr sz="1575" b="0">
                <a:solidFill>
                  <a:srgbClr val="C2CDE4"/>
                </a:solidFill>
                <a:latin typeface="Arial"/>
                <a:ea typeface="Arial"/>
                <a:cs typeface="Arial"/>
              </a:defRPr>
            </a:lvl4pPr>
            <a:lvl5pPr>
              <a:defRPr sz="1575" b="0">
                <a:solidFill>
                  <a:srgbClr val="C2CDE4"/>
                </a:solidFill>
                <a:latin typeface="Arial"/>
                <a:ea typeface="Arial"/>
                <a:cs typeface="Arial"/>
              </a:defRPr>
            </a:lvl5pPr>
            <a:lvl6pPr>
              <a:defRPr sz="1575" b="0">
                <a:solidFill>
                  <a:srgbClr val="C2CDE4"/>
                </a:solidFill>
                <a:latin typeface="Arial"/>
                <a:ea typeface="Arial"/>
                <a:cs typeface="Arial"/>
              </a:defRPr>
            </a:lvl6pPr>
            <a:lvl7pPr>
              <a:defRPr sz="1575" b="0">
                <a:solidFill>
                  <a:srgbClr val="C2CDE4"/>
                </a:solidFill>
                <a:latin typeface="Arial"/>
                <a:ea typeface="Arial"/>
                <a:cs typeface="Arial"/>
              </a:defRPr>
            </a:lvl7pPr>
            <a:lvl8pPr>
              <a:defRPr sz="1575" b="0">
                <a:solidFill>
                  <a:srgbClr val="C2CDE4"/>
                </a:solidFill>
                <a:latin typeface="Arial"/>
                <a:ea typeface="Arial"/>
                <a:cs typeface="Arial"/>
              </a:defRPr>
            </a:lvl8pPr>
            <a:lvl9pPr>
              <a:defRPr sz="1575" b="0">
                <a:solidFill>
                  <a:srgbClr val="C2CDE4"/>
                </a:solidFill>
                <a:latin typeface="Arial"/>
                <a:ea typeface="Arial"/>
                <a:cs typeface="Arial"/>
              </a:defRPr>
            </a:lvl9pPr>
          </a:lstStyle>
          <a:p xmlns:a="http://schemas.openxmlformats.org/drawingml/2006/main">
            <a:pPr>
              <a:defRPr sz="1575" b="0">
                <a:solidFill>
                  <a:srgbClr val="C2CDE4"/>
                </a:solidFill>
                <a:latin typeface="Arial"/>
                <a:ea typeface="Arial"/>
                <a:cs typeface="Arial"/>
              </a:defRPr>
            </a:pPr>
            <a:r>
              <a:rPr sz="1575" b="0">
                <a:solidFill>
                  <a:srgbClr val="C2CDE4"/>
                </a:solidFill>
                <a:latin typeface="Arial"/>
                <a:ea typeface="Arial"/>
                <a:cs typeface="Arial"/>
              </a:rPr>
              <a:t>React and TypeScript UI. Firebase Auth and Hosting. Firestore, Cloud Run and Cloud Tasks.</a:t>
            </a:r>
          </a:p>
        </p:txBody>
      </p:sp>
    </p:spTree>
    <p:extLst>
      <p:ext uri="{BB962C8B-B14F-4D97-AF65-F5344CB8AC3E}">
        <p14:creationId xmlns:p14="http://schemas.microsoft.com/office/powerpoint/2010/main" val="801857187"/>
      </p:ext>
    </p:extLst>
  </p:cSld>
</p:sld>
</file>

<file path=ppt/slides/slide8.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FE9CE4C6-5F7A-4CCE-9E90-C6AEADB38060}"/>
              </a:ext>
            </a:extLst>
          </p:cNvPr>
          <p:cNvSpPr>
            <a:spLocks xmlns:a="http://schemas.openxmlformats.org/drawingml/2006/main" noGrp="1"/>
          </p:cNvSpPr>
          <p:nvPr/>
        </p:nvSpPr>
        <p:spPr>
          <a:xfrm xmlns:a="http://schemas.openxmlformats.org/drawingml/2006/main">
            <a:off x="609600" y="4572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20304E"/>
                </a:solidFill>
                <a:latin typeface="Arial"/>
                <a:ea typeface="Arial"/>
                <a:cs typeface="Arial"/>
              </a:defRPr>
            </a:defPPr>
            <a:lvl1pPr>
              <a:defRPr sz="3225" b="1">
                <a:solidFill>
                  <a:srgbClr val="20304E"/>
                </a:solidFill>
                <a:latin typeface="Arial"/>
                <a:ea typeface="Arial"/>
                <a:cs typeface="Arial"/>
              </a:defRPr>
            </a:lvl1pPr>
            <a:lvl2pPr>
              <a:defRPr sz="3225" b="1">
                <a:solidFill>
                  <a:srgbClr val="20304E"/>
                </a:solidFill>
                <a:latin typeface="Arial"/>
                <a:ea typeface="Arial"/>
                <a:cs typeface="Arial"/>
              </a:defRPr>
            </a:lvl2pPr>
            <a:lvl3pPr>
              <a:defRPr sz="3225" b="1">
                <a:solidFill>
                  <a:srgbClr val="20304E"/>
                </a:solidFill>
                <a:latin typeface="Arial"/>
                <a:ea typeface="Arial"/>
                <a:cs typeface="Arial"/>
              </a:defRPr>
            </a:lvl3pPr>
            <a:lvl4pPr>
              <a:defRPr sz="3225" b="1">
                <a:solidFill>
                  <a:srgbClr val="20304E"/>
                </a:solidFill>
                <a:latin typeface="Arial"/>
                <a:ea typeface="Arial"/>
                <a:cs typeface="Arial"/>
              </a:defRPr>
            </a:lvl4pPr>
            <a:lvl5pPr>
              <a:defRPr sz="3225" b="1">
                <a:solidFill>
                  <a:srgbClr val="20304E"/>
                </a:solidFill>
                <a:latin typeface="Arial"/>
                <a:ea typeface="Arial"/>
                <a:cs typeface="Arial"/>
              </a:defRPr>
            </a:lvl5pPr>
            <a:lvl6pPr>
              <a:defRPr sz="3225" b="1">
                <a:solidFill>
                  <a:srgbClr val="20304E"/>
                </a:solidFill>
                <a:latin typeface="Arial"/>
                <a:ea typeface="Arial"/>
                <a:cs typeface="Arial"/>
              </a:defRPr>
            </a:lvl6pPr>
            <a:lvl7pPr>
              <a:defRPr sz="3225" b="1">
                <a:solidFill>
                  <a:srgbClr val="20304E"/>
                </a:solidFill>
                <a:latin typeface="Arial"/>
                <a:ea typeface="Arial"/>
                <a:cs typeface="Arial"/>
              </a:defRPr>
            </a:lvl7pPr>
            <a:lvl8pPr>
              <a:defRPr sz="3225" b="1">
                <a:solidFill>
                  <a:srgbClr val="20304E"/>
                </a:solidFill>
                <a:latin typeface="Arial"/>
                <a:ea typeface="Arial"/>
                <a:cs typeface="Arial"/>
              </a:defRPr>
            </a:lvl8pPr>
            <a:lvl9pPr>
              <a:defRPr sz="3225" b="1">
                <a:solidFill>
                  <a:srgbClr val="20304E"/>
                </a:solidFill>
                <a:latin typeface="Arial"/>
                <a:ea typeface="Arial"/>
                <a:cs typeface="Arial"/>
              </a:defRPr>
            </a:lvl9pPr>
          </a:lstStyle>
          <a:p xmlns:a="http://schemas.openxmlformats.org/drawingml/2006/main">
            <a:pPr>
              <a:defRPr sz="3225" b="1">
                <a:solidFill>
                  <a:srgbClr val="20304E"/>
                </a:solidFill>
                <a:latin typeface="Arial"/>
                <a:ea typeface="Arial"/>
                <a:cs typeface="Arial"/>
              </a:defRPr>
            </a:pPr>
            <a:r>
              <a:rPr sz="3225" b="1">
                <a:solidFill>
                  <a:srgbClr val="20304E"/>
                </a:solidFill>
                <a:latin typeface="Arial"/>
                <a:ea typeface="Arial"/>
                <a:cs typeface="Arial"/>
              </a:rPr>
              <a:t>The next step is attention between reviews</a:t>
            </a:r>
          </a:p>
        </p:txBody>
      </p:sp>
      <p:sp>
        <p:nvSpPr>
          <p:cNvPr id="3" name="accent">
            <a:extLst xmlns:a="http://schemas.openxmlformats.org/drawingml/2006/main">
              <a:ext uri="{FF2B5EF4-FFF2-40B4-BE49-F238E27FC236}">
                <a16:creationId xmlns:a16="http://schemas.microsoft.com/office/drawing/2014/main" id="{588437DA-AD86-4E54-8F48-48A7ADEC25CB}"/>
              </a:ext>
            </a:extLst>
          </p:cNvPr>
          <p:cNvSpPr>
            <a:spLocks xmlns:a="http://schemas.openxmlformats.org/drawingml/2006/main" noGrp="1"/>
          </p:cNvSpPr>
          <p:nvPr/>
        </p:nvSpPr>
        <p:spPr>
          <a:xfrm xmlns:a="http://schemas.openxmlformats.org/drawingml/2006/main">
            <a:off x="609600" y="1714500"/>
            <a:ext cx="457200" cy="38100"/>
          </a:xfrm>
          <a:prstGeom xmlns:a="http://schemas.openxmlformats.org/drawingml/2006/main" prst="rect">
            <a:avLst/>
          </a:prstGeom>
          <a:solidFill xmlns:a="http://schemas.openxmlformats.org/drawingml/2006/main">
            <a:srgbClr val="4359E8"/>
          </a:solidFill>
          <a:ln xmlns:a="http://schemas.openxmlformats.org/drawingml/2006/main" w="0">
            <a:noFill/>
          </a:ln>
        </p:spPr>
      </p:sp>
      <p:sp>
        <p:nvSpPr>
          <p:cNvPr id="4" name="folio">
            <a:extLst xmlns:a="http://schemas.openxmlformats.org/drawingml/2006/main">
              <a:ext uri="{FF2B5EF4-FFF2-40B4-BE49-F238E27FC236}">
                <a16:creationId xmlns:a16="http://schemas.microsoft.com/office/drawing/2014/main" id="{A6D0D048-93EC-40F6-BBC5-FC89724DEE58}"/>
              </a:ext>
            </a:extLst>
          </p:cNvPr>
          <p:cNvSpPr>
            <a:spLocks xmlns:a="http://schemas.openxmlformats.org/drawingml/2006/main" noGrp="1"/>
          </p:cNvSpPr>
          <p:nvPr/>
        </p:nvSpPr>
        <p:spPr>
          <a:xfrm xmlns:a="http://schemas.openxmlformats.org/drawingml/2006/main">
            <a:off x="11049000" y="639127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E6D86"/>
                </a:solidFill>
                <a:latin typeface="Arial"/>
                <a:ea typeface="Arial"/>
                <a:cs typeface="Arial"/>
              </a:defRPr>
            </a:defPPr>
            <a:lvl1pPr>
              <a:defRPr sz="1050" b="0">
                <a:solidFill>
                  <a:srgbClr val="5E6D86"/>
                </a:solidFill>
                <a:latin typeface="Arial"/>
                <a:ea typeface="Arial"/>
                <a:cs typeface="Arial"/>
              </a:defRPr>
            </a:lvl1pPr>
            <a:lvl2pPr>
              <a:defRPr sz="1050" b="0">
                <a:solidFill>
                  <a:srgbClr val="5E6D86"/>
                </a:solidFill>
                <a:latin typeface="Arial"/>
                <a:ea typeface="Arial"/>
                <a:cs typeface="Arial"/>
              </a:defRPr>
            </a:lvl2pPr>
            <a:lvl3pPr>
              <a:defRPr sz="1050" b="0">
                <a:solidFill>
                  <a:srgbClr val="5E6D86"/>
                </a:solidFill>
                <a:latin typeface="Arial"/>
                <a:ea typeface="Arial"/>
                <a:cs typeface="Arial"/>
              </a:defRPr>
            </a:lvl3pPr>
            <a:lvl4pPr>
              <a:defRPr sz="1050" b="0">
                <a:solidFill>
                  <a:srgbClr val="5E6D86"/>
                </a:solidFill>
                <a:latin typeface="Arial"/>
                <a:ea typeface="Arial"/>
                <a:cs typeface="Arial"/>
              </a:defRPr>
            </a:lvl4pPr>
            <a:lvl5pPr>
              <a:defRPr sz="1050" b="0">
                <a:solidFill>
                  <a:srgbClr val="5E6D86"/>
                </a:solidFill>
                <a:latin typeface="Arial"/>
                <a:ea typeface="Arial"/>
                <a:cs typeface="Arial"/>
              </a:defRPr>
            </a:lvl5pPr>
            <a:lvl6pPr>
              <a:defRPr sz="1050" b="0">
                <a:solidFill>
                  <a:srgbClr val="5E6D86"/>
                </a:solidFill>
                <a:latin typeface="Arial"/>
                <a:ea typeface="Arial"/>
                <a:cs typeface="Arial"/>
              </a:defRPr>
            </a:lvl6pPr>
            <a:lvl7pPr>
              <a:defRPr sz="1050" b="0">
                <a:solidFill>
                  <a:srgbClr val="5E6D86"/>
                </a:solidFill>
                <a:latin typeface="Arial"/>
                <a:ea typeface="Arial"/>
                <a:cs typeface="Arial"/>
              </a:defRPr>
            </a:lvl7pPr>
            <a:lvl8pPr>
              <a:defRPr sz="1050" b="0">
                <a:solidFill>
                  <a:srgbClr val="5E6D86"/>
                </a:solidFill>
                <a:latin typeface="Arial"/>
                <a:ea typeface="Arial"/>
                <a:cs typeface="Arial"/>
              </a:defRPr>
            </a:lvl8pPr>
            <a:lvl9pPr>
              <a:defRPr sz="1050" b="0">
                <a:solidFill>
                  <a:srgbClr val="5E6D86"/>
                </a:solidFill>
                <a:latin typeface="Arial"/>
                <a:ea typeface="Arial"/>
                <a:cs typeface="Arial"/>
              </a:defRPr>
            </a:lvl9pPr>
          </a:lstStyle>
          <a:p xmlns:a="http://schemas.openxmlformats.org/drawingml/2006/main">
            <a:pPr>
              <a:defRPr sz="1050" b="0">
                <a:solidFill>
                  <a:srgbClr val="5E6D86"/>
                </a:solidFill>
                <a:latin typeface="Arial"/>
                <a:ea typeface="Arial"/>
                <a:cs typeface="Arial"/>
              </a:defRPr>
            </a:pPr>
            <a:r>
              <a:rPr sz="1050" b="0">
                <a:solidFill>
                  <a:srgbClr val="5E6D86"/>
                </a:solidFill>
                <a:latin typeface="Arial"/>
                <a:ea typeface="Arial"/>
                <a:cs typeface="Arial"/>
              </a:rPr>
              <a:t>08</a:t>
            </a:r>
          </a:p>
        </p:txBody>
      </p:sp>
      <p:sp>
        <p:nvSpPr>
          <p:cNvPr id="5" name="todaytitle">
            <a:extLst xmlns:a="http://schemas.openxmlformats.org/drawingml/2006/main">
              <a:ext uri="{FF2B5EF4-FFF2-40B4-BE49-F238E27FC236}">
                <a16:creationId xmlns:a16="http://schemas.microsoft.com/office/drawing/2014/main" id="{1F7AC3F8-97CB-40A1-AE4D-23B646441DEC}"/>
              </a:ext>
            </a:extLst>
          </p:cNvPr>
          <p:cNvSpPr>
            <a:spLocks xmlns:a="http://schemas.openxmlformats.org/drawingml/2006/main" noGrp="1"/>
          </p:cNvSpPr>
          <p:nvPr/>
        </p:nvSpPr>
        <p:spPr>
          <a:xfrm xmlns:a="http://schemas.openxmlformats.org/drawingml/2006/main">
            <a:off x="609600" y="21431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20304E"/>
                </a:solidFill>
                <a:latin typeface="Arial"/>
                <a:ea typeface="Arial"/>
                <a:cs typeface="Arial"/>
              </a:defRPr>
            </a:defPPr>
            <a:lvl1pPr>
              <a:defRPr sz="2250" b="1">
                <a:solidFill>
                  <a:srgbClr val="20304E"/>
                </a:solidFill>
                <a:latin typeface="Arial"/>
                <a:ea typeface="Arial"/>
                <a:cs typeface="Arial"/>
              </a:defRPr>
            </a:lvl1pPr>
            <a:lvl2pPr>
              <a:defRPr sz="2250" b="1">
                <a:solidFill>
                  <a:srgbClr val="20304E"/>
                </a:solidFill>
                <a:latin typeface="Arial"/>
                <a:ea typeface="Arial"/>
                <a:cs typeface="Arial"/>
              </a:defRPr>
            </a:lvl2pPr>
            <a:lvl3pPr>
              <a:defRPr sz="2250" b="1">
                <a:solidFill>
                  <a:srgbClr val="20304E"/>
                </a:solidFill>
                <a:latin typeface="Arial"/>
                <a:ea typeface="Arial"/>
                <a:cs typeface="Arial"/>
              </a:defRPr>
            </a:lvl3pPr>
            <a:lvl4pPr>
              <a:defRPr sz="2250" b="1">
                <a:solidFill>
                  <a:srgbClr val="20304E"/>
                </a:solidFill>
                <a:latin typeface="Arial"/>
                <a:ea typeface="Arial"/>
                <a:cs typeface="Arial"/>
              </a:defRPr>
            </a:lvl4pPr>
            <a:lvl5pPr>
              <a:defRPr sz="2250" b="1">
                <a:solidFill>
                  <a:srgbClr val="20304E"/>
                </a:solidFill>
                <a:latin typeface="Arial"/>
                <a:ea typeface="Arial"/>
                <a:cs typeface="Arial"/>
              </a:defRPr>
            </a:lvl5pPr>
            <a:lvl6pPr>
              <a:defRPr sz="2250" b="1">
                <a:solidFill>
                  <a:srgbClr val="20304E"/>
                </a:solidFill>
                <a:latin typeface="Arial"/>
                <a:ea typeface="Arial"/>
                <a:cs typeface="Arial"/>
              </a:defRPr>
            </a:lvl6pPr>
            <a:lvl7pPr>
              <a:defRPr sz="2250" b="1">
                <a:solidFill>
                  <a:srgbClr val="20304E"/>
                </a:solidFill>
                <a:latin typeface="Arial"/>
                <a:ea typeface="Arial"/>
                <a:cs typeface="Arial"/>
              </a:defRPr>
            </a:lvl7pPr>
            <a:lvl8pPr>
              <a:defRPr sz="2250" b="1">
                <a:solidFill>
                  <a:srgbClr val="20304E"/>
                </a:solidFill>
                <a:latin typeface="Arial"/>
                <a:ea typeface="Arial"/>
                <a:cs typeface="Arial"/>
              </a:defRPr>
            </a:lvl8pPr>
            <a:lvl9pPr>
              <a:defRPr sz="2250" b="1">
                <a:solidFill>
                  <a:srgbClr val="20304E"/>
                </a:solidFill>
                <a:latin typeface="Arial"/>
                <a:ea typeface="Arial"/>
                <a:cs typeface="Arial"/>
              </a:defRPr>
            </a:lvl9pPr>
          </a:lstStyle>
          <a:p xmlns:a="http://schemas.openxmlformats.org/drawingml/2006/main">
            <a:pPr>
              <a:defRPr sz="2250" b="1">
                <a:solidFill>
                  <a:srgbClr val="20304E"/>
                </a:solidFill>
                <a:latin typeface="Arial"/>
                <a:ea typeface="Arial"/>
                <a:cs typeface="Arial"/>
              </a:defRPr>
            </a:pPr>
            <a:r>
              <a:rPr sz="2250" b="1">
                <a:solidFill>
                  <a:srgbClr val="20304E"/>
                </a:solidFill>
                <a:latin typeface="Arial"/>
                <a:ea typeface="Arial"/>
                <a:cs typeface="Arial"/>
              </a:rPr>
              <a:t>Working today</a:t>
            </a:r>
          </a:p>
        </p:txBody>
      </p:sp>
      <p:sp>
        <p:nvSpPr>
          <p:cNvPr id="6" name="today">
            <a:extLst xmlns:a="http://schemas.openxmlformats.org/drawingml/2006/main">
              <a:ext uri="{FF2B5EF4-FFF2-40B4-BE49-F238E27FC236}">
                <a16:creationId xmlns:a16="http://schemas.microsoft.com/office/drawing/2014/main" id="{0C3F100A-23BC-4C93-A667-55EC05B88374}"/>
              </a:ext>
            </a:extLst>
          </p:cNvPr>
          <p:cNvSpPr>
            <a:spLocks xmlns:a="http://schemas.openxmlformats.org/drawingml/2006/main" noGrp="1"/>
          </p:cNvSpPr>
          <p:nvPr/>
        </p:nvSpPr>
        <p:spPr>
          <a:xfrm xmlns:a="http://schemas.openxmlformats.org/drawingml/2006/main">
            <a:off x="609600" y="2886075"/>
            <a:ext cx="4953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E6D86"/>
                </a:solidFill>
                <a:latin typeface="Arial"/>
                <a:ea typeface="Arial"/>
                <a:cs typeface="Arial"/>
              </a:defRPr>
            </a:defPPr>
            <a:lvl1pPr>
              <a:defRPr sz="2025" b="0">
                <a:solidFill>
                  <a:srgbClr val="5E6D86"/>
                </a:solidFill>
                <a:latin typeface="Arial"/>
                <a:ea typeface="Arial"/>
                <a:cs typeface="Arial"/>
              </a:defRPr>
            </a:lvl1pPr>
            <a:lvl2pPr>
              <a:defRPr sz="2025" b="0">
                <a:solidFill>
                  <a:srgbClr val="5E6D86"/>
                </a:solidFill>
                <a:latin typeface="Arial"/>
                <a:ea typeface="Arial"/>
                <a:cs typeface="Arial"/>
              </a:defRPr>
            </a:lvl2pPr>
            <a:lvl3pPr>
              <a:defRPr sz="2025" b="0">
                <a:solidFill>
                  <a:srgbClr val="5E6D86"/>
                </a:solidFill>
                <a:latin typeface="Arial"/>
                <a:ea typeface="Arial"/>
                <a:cs typeface="Arial"/>
              </a:defRPr>
            </a:lvl3pPr>
            <a:lvl4pPr>
              <a:defRPr sz="2025" b="0">
                <a:solidFill>
                  <a:srgbClr val="5E6D86"/>
                </a:solidFill>
                <a:latin typeface="Arial"/>
                <a:ea typeface="Arial"/>
                <a:cs typeface="Arial"/>
              </a:defRPr>
            </a:lvl4pPr>
            <a:lvl5pPr>
              <a:defRPr sz="2025" b="0">
                <a:solidFill>
                  <a:srgbClr val="5E6D86"/>
                </a:solidFill>
                <a:latin typeface="Arial"/>
                <a:ea typeface="Arial"/>
                <a:cs typeface="Arial"/>
              </a:defRPr>
            </a:lvl5pPr>
            <a:lvl6pPr>
              <a:defRPr sz="2025" b="0">
                <a:solidFill>
                  <a:srgbClr val="5E6D86"/>
                </a:solidFill>
                <a:latin typeface="Arial"/>
                <a:ea typeface="Arial"/>
                <a:cs typeface="Arial"/>
              </a:defRPr>
            </a:lvl6pPr>
            <a:lvl7pPr>
              <a:defRPr sz="2025" b="0">
                <a:solidFill>
                  <a:srgbClr val="5E6D86"/>
                </a:solidFill>
                <a:latin typeface="Arial"/>
                <a:ea typeface="Arial"/>
                <a:cs typeface="Arial"/>
              </a:defRPr>
            </a:lvl7pPr>
            <a:lvl8pPr>
              <a:defRPr sz="2025" b="0">
                <a:solidFill>
                  <a:srgbClr val="5E6D86"/>
                </a:solidFill>
                <a:latin typeface="Arial"/>
                <a:ea typeface="Arial"/>
                <a:cs typeface="Arial"/>
              </a:defRPr>
            </a:lvl8pPr>
            <a:lvl9pPr>
              <a:defRPr sz="2025" b="0">
                <a:solidFill>
                  <a:srgbClr val="5E6D86"/>
                </a:solidFill>
                <a:latin typeface="Arial"/>
                <a:ea typeface="Arial"/>
                <a:cs typeface="Arial"/>
              </a:defRPr>
            </a:lvl9pPr>
          </a:lstStyle>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Goal-based conditional plans</a:t>
            </a:r>
          </a:p>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Manual portfolio accounting</a:t>
            </a:r>
          </a:p>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Attributed market charts</a:t>
            </a:r>
          </a:p>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Source audits and saved review history</a:t>
            </a:r>
          </a:p>
        </p:txBody>
      </p:sp>
      <p:sp>
        <p:nvSpPr>
          <p:cNvPr id="7" name="nexttitle">
            <a:extLst xmlns:a="http://schemas.openxmlformats.org/drawingml/2006/main">
              <a:ext uri="{FF2B5EF4-FFF2-40B4-BE49-F238E27FC236}">
                <a16:creationId xmlns:a16="http://schemas.microsoft.com/office/drawing/2014/main" id="{68B09697-6500-4698-83F5-535DF030F5FD}"/>
              </a:ext>
            </a:extLst>
          </p:cNvPr>
          <p:cNvSpPr>
            <a:spLocks xmlns:a="http://schemas.openxmlformats.org/drawingml/2006/main" noGrp="1"/>
          </p:cNvSpPr>
          <p:nvPr/>
        </p:nvSpPr>
        <p:spPr>
          <a:xfrm xmlns:a="http://schemas.openxmlformats.org/drawingml/2006/main">
            <a:off x="6572250" y="21431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20304E"/>
                </a:solidFill>
                <a:latin typeface="Arial"/>
                <a:ea typeface="Arial"/>
                <a:cs typeface="Arial"/>
              </a:defRPr>
            </a:defPPr>
            <a:lvl1pPr>
              <a:defRPr sz="2250" b="1">
                <a:solidFill>
                  <a:srgbClr val="20304E"/>
                </a:solidFill>
                <a:latin typeface="Arial"/>
                <a:ea typeface="Arial"/>
                <a:cs typeface="Arial"/>
              </a:defRPr>
            </a:lvl1pPr>
            <a:lvl2pPr>
              <a:defRPr sz="2250" b="1">
                <a:solidFill>
                  <a:srgbClr val="20304E"/>
                </a:solidFill>
                <a:latin typeface="Arial"/>
                <a:ea typeface="Arial"/>
                <a:cs typeface="Arial"/>
              </a:defRPr>
            </a:lvl2pPr>
            <a:lvl3pPr>
              <a:defRPr sz="2250" b="1">
                <a:solidFill>
                  <a:srgbClr val="20304E"/>
                </a:solidFill>
                <a:latin typeface="Arial"/>
                <a:ea typeface="Arial"/>
                <a:cs typeface="Arial"/>
              </a:defRPr>
            </a:lvl3pPr>
            <a:lvl4pPr>
              <a:defRPr sz="2250" b="1">
                <a:solidFill>
                  <a:srgbClr val="20304E"/>
                </a:solidFill>
                <a:latin typeface="Arial"/>
                <a:ea typeface="Arial"/>
                <a:cs typeface="Arial"/>
              </a:defRPr>
            </a:lvl4pPr>
            <a:lvl5pPr>
              <a:defRPr sz="2250" b="1">
                <a:solidFill>
                  <a:srgbClr val="20304E"/>
                </a:solidFill>
                <a:latin typeface="Arial"/>
                <a:ea typeface="Arial"/>
                <a:cs typeface="Arial"/>
              </a:defRPr>
            </a:lvl5pPr>
            <a:lvl6pPr>
              <a:defRPr sz="2250" b="1">
                <a:solidFill>
                  <a:srgbClr val="20304E"/>
                </a:solidFill>
                <a:latin typeface="Arial"/>
                <a:ea typeface="Arial"/>
                <a:cs typeface="Arial"/>
              </a:defRPr>
            </a:lvl6pPr>
            <a:lvl7pPr>
              <a:defRPr sz="2250" b="1">
                <a:solidFill>
                  <a:srgbClr val="20304E"/>
                </a:solidFill>
                <a:latin typeface="Arial"/>
                <a:ea typeface="Arial"/>
                <a:cs typeface="Arial"/>
              </a:defRPr>
            </a:lvl7pPr>
            <a:lvl8pPr>
              <a:defRPr sz="2250" b="1">
                <a:solidFill>
                  <a:srgbClr val="20304E"/>
                </a:solidFill>
                <a:latin typeface="Arial"/>
                <a:ea typeface="Arial"/>
                <a:cs typeface="Arial"/>
              </a:defRPr>
            </a:lvl8pPr>
            <a:lvl9pPr>
              <a:defRPr sz="2250" b="1">
                <a:solidFill>
                  <a:srgbClr val="20304E"/>
                </a:solidFill>
                <a:latin typeface="Arial"/>
                <a:ea typeface="Arial"/>
                <a:cs typeface="Arial"/>
              </a:defRPr>
            </a:lvl9pPr>
          </a:lstStyle>
          <a:p xmlns:a="http://schemas.openxmlformats.org/drawingml/2006/main">
            <a:pPr>
              <a:defRPr sz="2250" b="1">
                <a:solidFill>
                  <a:srgbClr val="20304E"/>
                </a:solidFill>
                <a:latin typeface="Arial"/>
                <a:ea typeface="Arial"/>
                <a:cs typeface="Arial"/>
              </a:defRPr>
            </a:pPr>
            <a:r>
              <a:rPr sz="2250" b="1">
                <a:solidFill>
                  <a:srgbClr val="20304E"/>
                </a:solidFill>
                <a:latin typeface="Arial"/>
                <a:ea typeface="Arial"/>
                <a:cs typeface="Arial"/>
              </a:rPr>
              <a:t>Next for personal use</a:t>
            </a:r>
          </a:p>
        </p:txBody>
      </p:sp>
      <p:sp>
        <p:nvSpPr>
          <p:cNvPr id="8" name="next">
            <a:extLst xmlns:a="http://schemas.openxmlformats.org/drawingml/2006/main">
              <a:ext uri="{FF2B5EF4-FFF2-40B4-BE49-F238E27FC236}">
                <a16:creationId xmlns:a16="http://schemas.microsoft.com/office/drawing/2014/main" id="{E4BB9D15-864F-4CDE-902F-15416094B765}"/>
              </a:ext>
            </a:extLst>
          </p:cNvPr>
          <p:cNvSpPr>
            <a:spLocks xmlns:a="http://schemas.openxmlformats.org/drawingml/2006/main" noGrp="1"/>
          </p:cNvSpPr>
          <p:nvPr/>
        </p:nvSpPr>
        <p:spPr>
          <a:xfrm xmlns:a="http://schemas.openxmlformats.org/drawingml/2006/main">
            <a:off x="6572250" y="2886075"/>
            <a:ext cx="4953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E6D86"/>
                </a:solidFill>
                <a:latin typeface="Arial"/>
                <a:ea typeface="Arial"/>
                <a:cs typeface="Arial"/>
              </a:defRPr>
            </a:defPPr>
            <a:lvl1pPr>
              <a:defRPr sz="2025" b="0">
                <a:solidFill>
                  <a:srgbClr val="5E6D86"/>
                </a:solidFill>
                <a:latin typeface="Arial"/>
                <a:ea typeface="Arial"/>
                <a:cs typeface="Arial"/>
              </a:defRPr>
            </a:lvl1pPr>
            <a:lvl2pPr>
              <a:defRPr sz="2025" b="0">
                <a:solidFill>
                  <a:srgbClr val="5E6D86"/>
                </a:solidFill>
                <a:latin typeface="Arial"/>
                <a:ea typeface="Arial"/>
                <a:cs typeface="Arial"/>
              </a:defRPr>
            </a:lvl2pPr>
            <a:lvl3pPr>
              <a:defRPr sz="2025" b="0">
                <a:solidFill>
                  <a:srgbClr val="5E6D86"/>
                </a:solidFill>
                <a:latin typeface="Arial"/>
                <a:ea typeface="Arial"/>
                <a:cs typeface="Arial"/>
              </a:defRPr>
            </a:lvl3pPr>
            <a:lvl4pPr>
              <a:defRPr sz="2025" b="0">
                <a:solidFill>
                  <a:srgbClr val="5E6D86"/>
                </a:solidFill>
                <a:latin typeface="Arial"/>
                <a:ea typeface="Arial"/>
                <a:cs typeface="Arial"/>
              </a:defRPr>
            </a:lvl4pPr>
            <a:lvl5pPr>
              <a:defRPr sz="2025" b="0">
                <a:solidFill>
                  <a:srgbClr val="5E6D86"/>
                </a:solidFill>
                <a:latin typeface="Arial"/>
                <a:ea typeface="Arial"/>
                <a:cs typeface="Arial"/>
              </a:defRPr>
            </a:lvl5pPr>
            <a:lvl6pPr>
              <a:defRPr sz="2025" b="0">
                <a:solidFill>
                  <a:srgbClr val="5E6D86"/>
                </a:solidFill>
                <a:latin typeface="Arial"/>
                <a:ea typeface="Arial"/>
                <a:cs typeface="Arial"/>
              </a:defRPr>
            </a:lvl6pPr>
            <a:lvl7pPr>
              <a:defRPr sz="2025" b="0">
                <a:solidFill>
                  <a:srgbClr val="5E6D86"/>
                </a:solidFill>
                <a:latin typeface="Arial"/>
                <a:ea typeface="Arial"/>
                <a:cs typeface="Arial"/>
              </a:defRPr>
            </a:lvl7pPr>
            <a:lvl8pPr>
              <a:defRPr sz="2025" b="0">
                <a:solidFill>
                  <a:srgbClr val="5E6D86"/>
                </a:solidFill>
                <a:latin typeface="Arial"/>
                <a:ea typeface="Arial"/>
                <a:cs typeface="Arial"/>
              </a:defRPr>
            </a:lvl8pPr>
            <a:lvl9pPr>
              <a:defRPr sz="2025" b="0">
                <a:solidFill>
                  <a:srgbClr val="5E6D86"/>
                </a:solidFill>
                <a:latin typeface="Arial"/>
                <a:ea typeface="Arial"/>
                <a:cs typeface="Arial"/>
              </a:defRPr>
            </a:lvl9pPr>
          </a:lstStyle>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Scheduled filing and news checks</a:t>
            </a:r>
          </a:p>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Alerts when the original case changes</a:t>
            </a:r>
          </a:p>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Broader entitled market coverage</a:t>
            </a:r>
          </a:p>
          <a:p xmlns:a="http://schemas.openxmlformats.org/drawingml/2006/main">
            <a:pPr>
              <a:defRPr sz="2025" b="0">
                <a:solidFill>
                  <a:srgbClr val="5E6D86"/>
                </a:solidFill>
                <a:latin typeface="Arial"/>
                <a:ea typeface="Arial"/>
                <a:cs typeface="Arial"/>
              </a:defRPr>
            </a:pPr>
            <a:r>
              <a:rPr sz="2025" b="0">
                <a:solidFill>
                  <a:srgbClr val="5E6D86"/>
                </a:solidFill>
                <a:latin typeface="Arial"/>
                <a:ea typeface="Arial"/>
                <a:cs typeface="Arial"/>
              </a:rPr>
              <a:t>User feedback on plan explanations</a:t>
            </a:r>
          </a:p>
        </p:txBody>
      </p:sp>
      <p:sp>
        <p:nvSpPr>
          <p:cNvPr id="9" name="separator">
            <a:extLst xmlns:a="http://schemas.openxmlformats.org/drawingml/2006/main">
              <a:ext uri="{FF2B5EF4-FFF2-40B4-BE49-F238E27FC236}">
                <a16:creationId xmlns:a16="http://schemas.microsoft.com/office/drawing/2014/main" id="{A80F14F8-492C-4DEE-8424-4BB96BF17A28}"/>
              </a:ext>
            </a:extLst>
          </p:cNvPr>
          <p:cNvSpPr>
            <a:spLocks xmlns:a="http://schemas.openxmlformats.org/drawingml/2006/main" noGrp="1"/>
          </p:cNvSpPr>
          <p:nvPr/>
        </p:nvSpPr>
        <p:spPr>
          <a:xfrm xmlns:a="http://schemas.openxmlformats.org/drawingml/2006/main">
            <a:off x="609600" y="5143500"/>
            <a:ext cx="10915650" cy="9525"/>
          </a:xfrm>
          <a:prstGeom xmlns:a="http://schemas.openxmlformats.org/drawingml/2006/main" prst="rect">
            <a:avLst/>
          </a:prstGeom>
          <a:solidFill xmlns:a="http://schemas.openxmlformats.org/drawingml/2006/main">
            <a:srgbClr val="DAE1EF"/>
          </a:solidFill>
          <a:ln xmlns:a="http://schemas.openxmlformats.org/drawingml/2006/main" w="0">
            <a:noFill/>
          </a:ln>
        </p:spPr>
      </p:sp>
      <p:sp>
        <p:nvSpPr>
          <p:cNvPr id="10" name="url">
            <a:extLst xmlns:a="http://schemas.openxmlformats.org/drawingml/2006/main">
              <a:ext uri="{FF2B5EF4-FFF2-40B4-BE49-F238E27FC236}">
                <a16:creationId xmlns:a16="http://schemas.microsoft.com/office/drawing/2014/main" id="{29FC5C33-2C12-43FE-8A48-DF2639486C64}"/>
              </a:ext>
            </a:extLst>
          </p:cNvPr>
          <p:cNvSpPr>
            <a:spLocks xmlns:a="http://schemas.openxmlformats.org/drawingml/2006/main" noGrp="1"/>
          </p:cNvSpPr>
          <p:nvPr/>
        </p:nvSpPr>
        <p:spPr>
          <a:xfrm xmlns:a="http://schemas.openxmlformats.org/drawingml/2006/main">
            <a:off x="609600" y="551497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1">
                <a:solidFill>
                  <a:srgbClr val="4359E8"/>
                </a:solidFill>
                <a:latin typeface="Arial"/>
                <a:ea typeface="Arial"/>
                <a:cs typeface="Arial"/>
              </a:defRPr>
            </a:defPPr>
            <a:lvl1pPr>
              <a:defRPr sz="2550" b="1">
                <a:solidFill>
                  <a:srgbClr val="4359E8"/>
                </a:solidFill>
                <a:latin typeface="Arial"/>
                <a:ea typeface="Arial"/>
                <a:cs typeface="Arial"/>
              </a:defRPr>
            </a:lvl1pPr>
            <a:lvl2pPr>
              <a:defRPr sz="2550" b="1">
                <a:solidFill>
                  <a:srgbClr val="4359E8"/>
                </a:solidFill>
                <a:latin typeface="Arial"/>
                <a:ea typeface="Arial"/>
                <a:cs typeface="Arial"/>
              </a:defRPr>
            </a:lvl2pPr>
            <a:lvl3pPr>
              <a:defRPr sz="2550" b="1">
                <a:solidFill>
                  <a:srgbClr val="4359E8"/>
                </a:solidFill>
                <a:latin typeface="Arial"/>
                <a:ea typeface="Arial"/>
                <a:cs typeface="Arial"/>
              </a:defRPr>
            </a:lvl3pPr>
            <a:lvl4pPr>
              <a:defRPr sz="2550" b="1">
                <a:solidFill>
                  <a:srgbClr val="4359E8"/>
                </a:solidFill>
                <a:latin typeface="Arial"/>
                <a:ea typeface="Arial"/>
                <a:cs typeface="Arial"/>
              </a:defRPr>
            </a:lvl4pPr>
            <a:lvl5pPr>
              <a:defRPr sz="2550" b="1">
                <a:solidFill>
                  <a:srgbClr val="4359E8"/>
                </a:solidFill>
                <a:latin typeface="Arial"/>
                <a:ea typeface="Arial"/>
                <a:cs typeface="Arial"/>
              </a:defRPr>
            </a:lvl5pPr>
            <a:lvl6pPr>
              <a:defRPr sz="2550" b="1">
                <a:solidFill>
                  <a:srgbClr val="4359E8"/>
                </a:solidFill>
                <a:latin typeface="Arial"/>
                <a:ea typeface="Arial"/>
                <a:cs typeface="Arial"/>
              </a:defRPr>
            </a:lvl6pPr>
            <a:lvl7pPr>
              <a:defRPr sz="2550" b="1">
                <a:solidFill>
                  <a:srgbClr val="4359E8"/>
                </a:solidFill>
                <a:latin typeface="Arial"/>
                <a:ea typeface="Arial"/>
                <a:cs typeface="Arial"/>
              </a:defRPr>
            </a:lvl7pPr>
            <a:lvl8pPr>
              <a:defRPr sz="2550" b="1">
                <a:solidFill>
                  <a:srgbClr val="4359E8"/>
                </a:solidFill>
                <a:latin typeface="Arial"/>
                <a:ea typeface="Arial"/>
                <a:cs typeface="Arial"/>
              </a:defRPr>
            </a:lvl8pPr>
            <a:lvl9pPr>
              <a:defRPr sz="2550" b="1">
                <a:solidFill>
                  <a:srgbClr val="4359E8"/>
                </a:solidFill>
                <a:latin typeface="Arial"/>
                <a:ea typeface="Arial"/>
                <a:cs typeface="Arial"/>
              </a:defRPr>
            </a:lvl9pPr>
          </a:lstStyle>
          <a:p xmlns:a="http://schemas.openxmlformats.org/drawingml/2006/main">
            <a:pPr>
              <a:defRPr sz="2550" b="1">
                <a:solidFill>
                  <a:srgbClr val="4359E8"/>
                </a:solidFill>
                <a:latin typeface="Arial"/>
                <a:ea typeface="Arial"/>
                <a:cs typeface="Arial"/>
              </a:defRPr>
            </a:pPr>
            <a:r>
              <a:rPr sz="2550" b="1">
                <a:solidFill>
                  <a:srgbClr val="4359E8"/>
                </a:solidFill>
                <a:latin typeface="Arial"/>
                <a:ea typeface="Arial"/>
                <a:cs typeface="Arial"/>
              </a:rPr>
              <a:t>thesis-investing.web.app</a:t>
            </a:r>
          </a:p>
        </p:txBody>
      </p:sp>
      <p:sp>
        <p:nvSpPr>
          <p:cNvPr id="11" name="repo">
            <a:extLst xmlns:a="http://schemas.openxmlformats.org/drawingml/2006/main">
              <a:ext uri="{FF2B5EF4-FFF2-40B4-BE49-F238E27FC236}">
                <a16:creationId xmlns:a16="http://schemas.microsoft.com/office/drawing/2014/main" id="{30631E30-ACC1-46DA-9F9C-73619648FB82}"/>
              </a:ext>
            </a:extLst>
          </p:cNvPr>
          <p:cNvSpPr>
            <a:spLocks xmlns:a="http://schemas.openxmlformats.org/drawingml/2006/main" noGrp="1"/>
          </p:cNvSpPr>
          <p:nvPr/>
        </p:nvSpPr>
        <p:spPr>
          <a:xfrm xmlns:a="http://schemas.openxmlformats.org/drawingml/2006/main">
            <a:off x="609600" y="60674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E6D86"/>
                </a:solidFill>
                <a:latin typeface="Arial"/>
                <a:ea typeface="Arial"/>
                <a:cs typeface="Arial"/>
              </a:defRPr>
            </a:defPPr>
            <a:lvl1pPr>
              <a:defRPr sz="1500" b="0">
                <a:solidFill>
                  <a:srgbClr val="5E6D86"/>
                </a:solidFill>
                <a:latin typeface="Arial"/>
                <a:ea typeface="Arial"/>
                <a:cs typeface="Arial"/>
              </a:defRPr>
            </a:lvl1pPr>
            <a:lvl2pPr>
              <a:defRPr sz="1500" b="0">
                <a:solidFill>
                  <a:srgbClr val="5E6D86"/>
                </a:solidFill>
                <a:latin typeface="Arial"/>
                <a:ea typeface="Arial"/>
                <a:cs typeface="Arial"/>
              </a:defRPr>
            </a:lvl2pPr>
            <a:lvl3pPr>
              <a:defRPr sz="1500" b="0">
                <a:solidFill>
                  <a:srgbClr val="5E6D86"/>
                </a:solidFill>
                <a:latin typeface="Arial"/>
                <a:ea typeface="Arial"/>
                <a:cs typeface="Arial"/>
              </a:defRPr>
            </a:lvl3pPr>
            <a:lvl4pPr>
              <a:defRPr sz="1500" b="0">
                <a:solidFill>
                  <a:srgbClr val="5E6D86"/>
                </a:solidFill>
                <a:latin typeface="Arial"/>
                <a:ea typeface="Arial"/>
                <a:cs typeface="Arial"/>
              </a:defRPr>
            </a:lvl4pPr>
            <a:lvl5pPr>
              <a:defRPr sz="1500" b="0">
                <a:solidFill>
                  <a:srgbClr val="5E6D86"/>
                </a:solidFill>
                <a:latin typeface="Arial"/>
                <a:ea typeface="Arial"/>
                <a:cs typeface="Arial"/>
              </a:defRPr>
            </a:lvl5pPr>
            <a:lvl6pPr>
              <a:defRPr sz="1500" b="0">
                <a:solidFill>
                  <a:srgbClr val="5E6D86"/>
                </a:solidFill>
                <a:latin typeface="Arial"/>
                <a:ea typeface="Arial"/>
                <a:cs typeface="Arial"/>
              </a:defRPr>
            </a:lvl6pPr>
            <a:lvl7pPr>
              <a:defRPr sz="1500" b="0">
                <a:solidFill>
                  <a:srgbClr val="5E6D86"/>
                </a:solidFill>
                <a:latin typeface="Arial"/>
                <a:ea typeface="Arial"/>
                <a:cs typeface="Arial"/>
              </a:defRPr>
            </a:lvl7pPr>
            <a:lvl8pPr>
              <a:defRPr sz="1500" b="0">
                <a:solidFill>
                  <a:srgbClr val="5E6D86"/>
                </a:solidFill>
                <a:latin typeface="Arial"/>
                <a:ea typeface="Arial"/>
                <a:cs typeface="Arial"/>
              </a:defRPr>
            </a:lvl8pPr>
            <a:lvl9pPr>
              <a:defRPr sz="1500" b="0">
                <a:solidFill>
                  <a:srgbClr val="5E6D86"/>
                </a:solidFill>
                <a:latin typeface="Arial"/>
                <a:ea typeface="Arial"/>
                <a:cs typeface="Arial"/>
              </a:defRPr>
            </a:lvl9pPr>
          </a:lstStyle>
          <a:p xmlns:a="http://schemas.openxmlformats.org/drawingml/2006/main">
            <a:pPr>
              <a:defRPr sz="1500" b="0">
                <a:solidFill>
                  <a:srgbClr val="5E6D86"/>
                </a:solidFill>
                <a:latin typeface="Arial"/>
                <a:ea typeface="Arial"/>
                <a:cs typeface="Arial"/>
              </a:defRPr>
            </a:pPr>
            <a:r>
              <a:rPr sz="1500" b="0">
                <a:solidFill>
                  <a:srgbClr val="5E6D86"/>
                </a:solidFill>
                <a:latin typeface="Arial"/>
                <a:ea typeface="Arial"/>
                <a:cs typeface="Arial"/>
              </a:rPr>
              <a:t>github.com/shi1720/thesis-investment-committee</a:t>
            </a:r>
          </a:p>
        </p:txBody>
      </p:sp>
    </p:spTree>
    <p:extLst>
      <p:ext uri="{BB962C8B-B14F-4D97-AF65-F5344CB8AC3E}">
        <p14:creationId xmlns:p14="http://schemas.microsoft.com/office/powerpoint/2010/main" val="1685788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2026-10-27T12:59:54.0950000Z</dcterms:created>
  <dcterms:modified xsi:type="dcterms:W3CDTF">2026-10-27T12:59:54.0950000Z</dcterms:modified>
</coreProperties>
</file>